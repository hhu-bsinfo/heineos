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7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7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de-DE" sz="359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Folie mittels Klicken verschieben</a:t>
            </a:r>
            <a:endParaRPr lang="de-DE" sz="359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5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der Notizen mittels Klicken bearbeiten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&lt;Kopfzeile&gt;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1" name="PlaceHolder 4"/>
          <p:cNvSpPr>
            <a:spLocks noGrp="1"/>
          </p:cNvSpPr>
          <p:nvPr>
            <p:ph type="dt" idx="5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2" name="PlaceHolder 5"/>
          <p:cNvSpPr>
            <a:spLocks noGrp="1"/>
          </p:cNvSpPr>
          <p:nvPr>
            <p:ph type="ftr" idx="5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3" name="PlaceHolder 6"/>
          <p:cNvSpPr>
            <a:spLocks noGrp="1"/>
          </p:cNvSpPr>
          <p:nvPr>
            <p:ph type="sldNum" idx="5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8499107-6A7F-4DBE-8BA9-D94DC9B49FBD}" type="slidenum"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&lt;Foliennummer&gt;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4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0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6"/>
          <p:cNvGrpSpPr/>
          <p:nvPr/>
        </p:nvGrpSpPr>
        <p:grpSpPr>
          <a:xfrm>
            <a:off x="-5040" y="4944600"/>
            <a:ext cx="9147960" cy="196560"/>
            <a:chOff x="-5040" y="4944600"/>
            <a:chExt cx="9147960" cy="196560"/>
          </a:xfrm>
        </p:grpSpPr>
        <p:sp>
          <p:nvSpPr>
            <p:cNvPr id="3" name="bk object 18"/>
            <p:cNvSpPr/>
            <p:nvPr/>
          </p:nvSpPr>
          <p:spPr>
            <a:xfrm>
              <a:off x="-5040" y="4944600"/>
              <a:ext cx="483840" cy="19656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bk object 18"/>
            <p:cNvSpPr/>
            <p:nvPr/>
          </p:nvSpPr>
          <p:spPr>
            <a:xfrm>
              <a:off x="522360" y="4944600"/>
              <a:ext cx="8620560" cy="19656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Holder 3"/>
            <p:cNvSpPr/>
            <p:nvPr/>
          </p:nvSpPr>
          <p:spPr>
            <a:xfrm>
              <a:off x="8194680" y="4960080"/>
              <a:ext cx="44856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" name="Grafik 9"/>
          <p:cNvGrpSpPr/>
          <p:nvPr/>
        </p:nvGrpSpPr>
        <p:grpSpPr>
          <a:xfrm>
            <a:off x="7741440" y="393480"/>
            <a:ext cx="1049040" cy="619200"/>
            <a:chOff x="7741440" y="393480"/>
            <a:chExt cx="1049040" cy="619200"/>
          </a:xfrm>
        </p:grpSpPr>
        <p:grpSp>
          <p:nvGrpSpPr>
            <p:cNvPr id="8" name="Grafik 9"/>
            <p:cNvGrpSpPr/>
            <p:nvPr/>
          </p:nvGrpSpPr>
          <p:grpSpPr>
            <a:xfrm>
              <a:off x="7741440" y="393480"/>
              <a:ext cx="883800" cy="430920"/>
              <a:chOff x="7741440" y="393480"/>
              <a:chExt cx="883800" cy="430920"/>
            </a:xfrm>
          </p:grpSpPr>
          <p:sp>
            <p:nvSpPr>
              <p:cNvPr id="9" name="Freihandform: Form 20"/>
              <p:cNvSpPr/>
              <p:nvPr/>
            </p:nvSpPr>
            <p:spPr>
              <a:xfrm>
                <a:off x="8358120" y="479880"/>
                <a:ext cx="267120" cy="26712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120"/>
                  <a:gd name="textAreaBottom" fmla="*/ 267840 h 26712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Freihandform: Form 21"/>
              <p:cNvSpPr/>
              <p:nvPr/>
            </p:nvSpPr>
            <p:spPr>
              <a:xfrm>
                <a:off x="774144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Freihandform: Form 22"/>
              <p:cNvSpPr/>
              <p:nvPr/>
            </p:nvSpPr>
            <p:spPr>
              <a:xfrm>
                <a:off x="805068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Freihandform: Form 23"/>
              <p:cNvSpPr/>
              <p:nvPr/>
            </p:nvSpPr>
            <p:spPr>
              <a:xfrm>
                <a:off x="784800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Freihandform: Form 24"/>
              <p:cNvSpPr/>
              <p:nvPr/>
            </p:nvSpPr>
            <p:spPr>
              <a:xfrm>
                <a:off x="795816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Freihandform: Form 25"/>
              <p:cNvSpPr/>
              <p:nvPr/>
            </p:nvSpPr>
            <p:spPr>
              <a:xfrm>
                <a:off x="821232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" name="Freihandform: Form 26"/>
            <p:cNvSpPr/>
            <p:nvPr/>
          </p:nvSpPr>
          <p:spPr>
            <a:xfrm>
              <a:off x="774144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Freihandform: Form 27"/>
            <p:cNvSpPr/>
            <p:nvPr/>
          </p:nvSpPr>
          <p:spPr>
            <a:xfrm>
              <a:off x="779976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Freihandform: Form 28"/>
            <p:cNvSpPr/>
            <p:nvPr/>
          </p:nvSpPr>
          <p:spPr>
            <a:xfrm>
              <a:off x="784908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8" name="Grafik 9"/>
            <p:cNvGrpSpPr/>
            <p:nvPr/>
          </p:nvGrpSpPr>
          <p:grpSpPr>
            <a:xfrm>
              <a:off x="7872120" y="833040"/>
              <a:ext cx="74160" cy="40320"/>
              <a:chOff x="7872120" y="833040"/>
              <a:chExt cx="74160" cy="40320"/>
            </a:xfrm>
          </p:grpSpPr>
          <p:sp>
            <p:nvSpPr>
              <p:cNvPr id="19" name="Freihandform: Form 30"/>
              <p:cNvSpPr/>
              <p:nvPr/>
            </p:nvSpPr>
            <p:spPr>
              <a:xfrm>
                <a:off x="787212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" name="Freihandform: Form 31"/>
              <p:cNvSpPr/>
              <p:nvPr/>
            </p:nvSpPr>
            <p:spPr>
              <a:xfrm>
                <a:off x="7922160" y="833040"/>
                <a:ext cx="24120" cy="4032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1" name="Freihandform: Form 32"/>
            <p:cNvSpPr/>
            <p:nvPr/>
          </p:nvSpPr>
          <p:spPr>
            <a:xfrm>
              <a:off x="795924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2" name="Grafik 9"/>
            <p:cNvGrpSpPr/>
            <p:nvPr/>
          </p:nvGrpSpPr>
          <p:grpSpPr>
            <a:xfrm>
              <a:off x="7979760" y="811080"/>
              <a:ext cx="78120" cy="64080"/>
              <a:chOff x="7979760" y="811080"/>
              <a:chExt cx="78120" cy="64080"/>
            </a:xfrm>
          </p:grpSpPr>
          <p:sp>
            <p:nvSpPr>
              <p:cNvPr id="23" name="Freihandform: Form 34"/>
              <p:cNvSpPr/>
              <p:nvPr/>
            </p:nvSpPr>
            <p:spPr>
              <a:xfrm>
                <a:off x="7979760" y="833040"/>
                <a:ext cx="33480" cy="421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" name="Freihandform: Form 35"/>
              <p:cNvSpPr/>
              <p:nvPr/>
            </p:nvSpPr>
            <p:spPr>
              <a:xfrm>
                <a:off x="8024400" y="811080"/>
                <a:ext cx="33480" cy="619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1920"/>
                  <a:gd name="textAreaBottom" fmla="*/ 62640 h 6192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5" name="Freihandform: Form 36"/>
            <p:cNvSpPr/>
            <p:nvPr/>
          </p:nvSpPr>
          <p:spPr>
            <a:xfrm>
              <a:off x="810648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Freihandform: Form 37"/>
            <p:cNvSpPr/>
            <p:nvPr/>
          </p:nvSpPr>
          <p:spPr>
            <a:xfrm>
              <a:off x="816480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Freihandform: Form 38"/>
            <p:cNvSpPr/>
            <p:nvPr/>
          </p:nvSpPr>
          <p:spPr>
            <a:xfrm>
              <a:off x="821340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" name="Grafik 9"/>
            <p:cNvGrpSpPr/>
            <p:nvPr/>
          </p:nvGrpSpPr>
          <p:grpSpPr>
            <a:xfrm>
              <a:off x="7741440" y="833040"/>
              <a:ext cx="1049040" cy="179640"/>
              <a:chOff x="7741440" y="833040"/>
              <a:chExt cx="1049040" cy="179640"/>
            </a:xfrm>
          </p:grpSpPr>
          <p:sp>
            <p:nvSpPr>
              <p:cNvPr id="29" name="Freihandform: Form 40"/>
              <p:cNvSpPr/>
              <p:nvPr/>
            </p:nvSpPr>
            <p:spPr>
              <a:xfrm>
                <a:off x="823644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" name="Freihandform: Form 41"/>
              <p:cNvSpPr/>
              <p:nvPr/>
            </p:nvSpPr>
            <p:spPr>
              <a:xfrm>
                <a:off x="8284680" y="833040"/>
                <a:ext cx="35280" cy="4212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Freihandform: Form 42"/>
              <p:cNvSpPr/>
              <p:nvPr/>
            </p:nvSpPr>
            <p:spPr>
              <a:xfrm>
                <a:off x="7741440" y="91260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" name="Freihandform: Form 43"/>
              <p:cNvSpPr/>
              <p:nvPr/>
            </p:nvSpPr>
            <p:spPr>
              <a:xfrm>
                <a:off x="8677440" y="91404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3" name="Freihandform: Form 44" hidden="1"/>
          <p:cNvSpPr/>
          <p:nvPr/>
        </p:nvSpPr>
        <p:spPr>
          <a:xfrm>
            <a:off x="-5040" y="407160"/>
            <a:ext cx="336240" cy="29340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400"/>
              <a:gd name="textAreaBottom" fmla="*/ 294120 h 29340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4" name="Gruppieren 25"/>
          <p:cNvGrpSpPr/>
          <p:nvPr/>
        </p:nvGrpSpPr>
        <p:grpSpPr>
          <a:xfrm>
            <a:off x="-5040" y="4944600"/>
            <a:ext cx="9147960" cy="196560"/>
            <a:chOff x="-5040" y="4944600"/>
            <a:chExt cx="9147960" cy="196560"/>
          </a:xfrm>
        </p:grpSpPr>
        <p:sp>
          <p:nvSpPr>
            <p:cNvPr id="35" name="bk object 18"/>
            <p:cNvSpPr/>
            <p:nvPr/>
          </p:nvSpPr>
          <p:spPr>
            <a:xfrm>
              <a:off x="-5040" y="4944600"/>
              <a:ext cx="483840" cy="19656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bk object 18"/>
            <p:cNvSpPr/>
            <p:nvPr/>
          </p:nvSpPr>
          <p:spPr>
            <a:xfrm>
              <a:off x="522360" y="4944600"/>
              <a:ext cx="8620560" cy="19656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Holder 3"/>
            <p:cNvSpPr/>
            <p:nvPr/>
          </p:nvSpPr>
          <p:spPr>
            <a:xfrm>
              <a:off x="8194680" y="4960080"/>
              <a:ext cx="44856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8" name="Freihandform: Form 26"/>
          <p:cNvSpPr/>
          <p:nvPr/>
        </p:nvSpPr>
        <p:spPr>
          <a:xfrm>
            <a:off x="0" y="1420560"/>
            <a:ext cx="3166920" cy="3486960"/>
          </a:xfrm>
          <a:custGeom>
            <a:avLst/>
            <a:gdLst>
              <a:gd name="textAreaLeft" fmla="*/ 0 w 3166920"/>
              <a:gd name="textAreaRight" fmla="*/ 3168000 w 3166920"/>
              <a:gd name="textAreaTop" fmla="*/ 0 h 3486960"/>
              <a:gd name="textAreaBottom" fmla="*/ 3487680 h 3486960"/>
              <a:gd name="GluePoint1X" fmla="*/ 0 w 9701"/>
              <a:gd name="GluePoint1Y" fmla="*/ 0 h 8800"/>
              <a:gd name="GluePoint2X" fmla="*/ 0 w 9701"/>
              <a:gd name="GluePoint2Y" fmla="*/ 9701 h 88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654360" y="2265120"/>
            <a:ext cx="4399920" cy="106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40" name="Grafik 6"/>
          <p:cNvGrpSpPr/>
          <p:nvPr/>
        </p:nvGrpSpPr>
        <p:grpSpPr>
          <a:xfrm>
            <a:off x="522720" y="384480"/>
            <a:ext cx="1527120" cy="581760"/>
            <a:chOff x="522720" y="384480"/>
            <a:chExt cx="1527120" cy="581760"/>
          </a:xfrm>
        </p:grpSpPr>
        <p:sp>
          <p:nvSpPr>
            <p:cNvPr id="41" name="Freihandform: Form 8"/>
            <p:cNvSpPr/>
            <p:nvPr/>
          </p:nvSpPr>
          <p:spPr>
            <a:xfrm>
              <a:off x="1888920" y="824400"/>
              <a:ext cx="160920" cy="14184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141840"/>
                <a:gd name="textAreaBottom" fmla="*/ 142560 h 141840"/>
                <a:gd name="GluePoint1X" fmla="*/ 0 w 398"/>
                <a:gd name="GluePoint1Y" fmla="*/ 0 h 45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Freihandform: Form 9"/>
            <p:cNvSpPr/>
            <p:nvPr/>
          </p:nvSpPr>
          <p:spPr>
            <a:xfrm>
              <a:off x="1432440" y="511920"/>
              <a:ext cx="393480" cy="395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395640"/>
                <a:gd name="textAreaBottom" fmla="*/ 396360 h 395640"/>
                <a:gd name="GluePoint1X" fmla="*/ 0 w 1104"/>
                <a:gd name="GluePoint1Y" fmla="*/ 552 h 1096"/>
                <a:gd name="GluePoint2X" fmla="*/ 0 w 1104"/>
                <a:gd name="GluePoint2Y" fmla="*/ 0 h 10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Freihandform: Form 10"/>
            <p:cNvSpPr/>
            <p:nvPr/>
          </p:nvSpPr>
          <p:spPr>
            <a:xfrm>
              <a:off x="522720" y="384480"/>
              <a:ext cx="393480" cy="51192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1920"/>
                <a:gd name="textAreaBottom" fmla="*/ 512640 h 51192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Freihandform: Form 11"/>
            <p:cNvSpPr/>
            <p:nvPr/>
          </p:nvSpPr>
          <p:spPr>
            <a:xfrm>
              <a:off x="979200" y="384480"/>
              <a:ext cx="393480" cy="51192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1920"/>
                <a:gd name="textAreaBottom" fmla="*/ 512640 h 51192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5" name="PlaceHolder 2"/>
          <p:cNvSpPr>
            <a:spLocks noGrp="1"/>
          </p:cNvSpPr>
          <p:nvPr>
            <p:ph type="dt" idx="1"/>
          </p:nvPr>
        </p:nvSpPr>
        <p:spPr>
          <a:xfrm>
            <a:off x="526680" y="445500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Vierte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Fünfte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Sechste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Siebte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uppieren 6"/>
          <p:cNvGrpSpPr/>
          <p:nvPr/>
        </p:nvGrpSpPr>
        <p:grpSpPr>
          <a:xfrm>
            <a:off x="-5040" y="4944600"/>
            <a:ext cx="9147960" cy="196560"/>
            <a:chOff x="-5040" y="4944600"/>
            <a:chExt cx="9147960" cy="196560"/>
          </a:xfrm>
        </p:grpSpPr>
        <p:sp>
          <p:nvSpPr>
            <p:cNvPr id="48" name="bk object 18"/>
            <p:cNvSpPr/>
            <p:nvPr/>
          </p:nvSpPr>
          <p:spPr>
            <a:xfrm>
              <a:off x="-5040" y="4944600"/>
              <a:ext cx="483840" cy="19656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bk object 18"/>
            <p:cNvSpPr/>
            <p:nvPr/>
          </p:nvSpPr>
          <p:spPr>
            <a:xfrm>
              <a:off x="522360" y="4944600"/>
              <a:ext cx="8620560" cy="19656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Holder 3"/>
            <p:cNvSpPr/>
            <p:nvPr/>
          </p:nvSpPr>
          <p:spPr>
            <a:xfrm>
              <a:off x="8194680" y="4960080"/>
              <a:ext cx="44856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1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52" name="Grafik 9"/>
          <p:cNvGrpSpPr/>
          <p:nvPr/>
        </p:nvGrpSpPr>
        <p:grpSpPr>
          <a:xfrm>
            <a:off x="7741440" y="393480"/>
            <a:ext cx="1049040" cy="619200"/>
            <a:chOff x="7741440" y="393480"/>
            <a:chExt cx="1049040" cy="619200"/>
          </a:xfrm>
        </p:grpSpPr>
        <p:grpSp>
          <p:nvGrpSpPr>
            <p:cNvPr id="53" name="Grafik 9"/>
            <p:cNvGrpSpPr/>
            <p:nvPr/>
          </p:nvGrpSpPr>
          <p:grpSpPr>
            <a:xfrm>
              <a:off x="7741440" y="393480"/>
              <a:ext cx="883800" cy="430920"/>
              <a:chOff x="7741440" y="393480"/>
              <a:chExt cx="883800" cy="430920"/>
            </a:xfrm>
          </p:grpSpPr>
          <p:sp>
            <p:nvSpPr>
              <p:cNvPr id="54" name="Freihandform: Form 20"/>
              <p:cNvSpPr/>
              <p:nvPr/>
            </p:nvSpPr>
            <p:spPr>
              <a:xfrm>
                <a:off x="8358120" y="479880"/>
                <a:ext cx="267120" cy="26712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120"/>
                  <a:gd name="textAreaBottom" fmla="*/ 267840 h 26712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" name="Freihandform: Form 21"/>
              <p:cNvSpPr/>
              <p:nvPr/>
            </p:nvSpPr>
            <p:spPr>
              <a:xfrm>
                <a:off x="774144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" name="Freihandform: Form 22"/>
              <p:cNvSpPr/>
              <p:nvPr/>
            </p:nvSpPr>
            <p:spPr>
              <a:xfrm>
                <a:off x="805068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Freihandform: Form 23"/>
              <p:cNvSpPr/>
              <p:nvPr/>
            </p:nvSpPr>
            <p:spPr>
              <a:xfrm>
                <a:off x="784800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Freihandform: Form 24"/>
              <p:cNvSpPr/>
              <p:nvPr/>
            </p:nvSpPr>
            <p:spPr>
              <a:xfrm>
                <a:off x="795816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Freihandform: Form 25"/>
              <p:cNvSpPr/>
              <p:nvPr/>
            </p:nvSpPr>
            <p:spPr>
              <a:xfrm>
                <a:off x="821232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" name="Freihandform: Form 26"/>
            <p:cNvSpPr/>
            <p:nvPr/>
          </p:nvSpPr>
          <p:spPr>
            <a:xfrm>
              <a:off x="774144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Freihandform: Form 27"/>
            <p:cNvSpPr/>
            <p:nvPr/>
          </p:nvSpPr>
          <p:spPr>
            <a:xfrm>
              <a:off x="779976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Freihandform: Form 28"/>
            <p:cNvSpPr/>
            <p:nvPr/>
          </p:nvSpPr>
          <p:spPr>
            <a:xfrm>
              <a:off x="784908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3" name="Grafik 9"/>
            <p:cNvGrpSpPr/>
            <p:nvPr/>
          </p:nvGrpSpPr>
          <p:grpSpPr>
            <a:xfrm>
              <a:off x="7872120" y="833040"/>
              <a:ext cx="74160" cy="40320"/>
              <a:chOff x="7872120" y="833040"/>
              <a:chExt cx="74160" cy="40320"/>
            </a:xfrm>
          </p:grpSpPr>
          <p:sp>
            <p:nvSpPr>
              <p:cNvPr id="64" name="Freihandform: Form 30"/>
              <p:cNvSpPr/>
              <p:nvPr/>
            </p:nvSpPr>
            <p:spPr>
              <a:xfrm>
                <a:off x="787212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" name="Freihandform: Form 31"/>
              <p:cNvSpPr/>
              <p:nvPr/>
            </p:nvSpPr>
            <p:spPr>
              <a:xfrm>
                <a:off x="7922160" y="833040"/>
                <a:ext cx="24120" cy="4032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" name="Freihandform: Form 32"/>
            <p:cNvSpPr/>
            <p:nvPr/>
          </p:nvSpPr>
          <p:spPr>
            <a:xfrm>
              <a:off x="795924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7" name="Grafik 9"/>
            <p:cNvGrpSpPr/>
            <p:nvPr/>
          </p:nvGrpSpPr>
          <p:grpSpPr>
            <a:xfrm>
              <a:off x="7979760" y="811080"/>
              <a:ext cx="78120" cy="64080"/>
              <a:chOff x="7979760" y="811080"/>
              <a:chExt cx="78120" cy="64080"/>
            </a:xfrm>
          </p:grpSpPr>
          <p:sp>
            <p:nvSpPr>
              <p:cNvPr id="68" name="Freihandform: Form 34"/>
              <p:cNvSpPr/>
              <p:nvPr/>
            </p:nvSpPr>
            <p:spPr>
              <a:xfrm>
                <a:off x="7979760" y="833040"/>
                <a:ext cx="33480" cy="421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Freihandform: Form 35"/>
              <p:cNvSpPr/>
              <p:nvPr/>
            </p:nvSpPr>
            <p:spPr>
              <a:xfrm>
                <a:off x="8024400" y="811080"/>
                <a:ext cx="33480" cy="619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1920"/>
                  <a:gd name="textAreaBottom" fmla="*/ 62640 h 6192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0" name="Freihandform: Form 36"/>
            <p:cNvSpPr/>
            <p:nvPr/>
          </p:nvSpPr>
          <p:spPr>
            <a:xfrm>
              <a:off x="810648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Freihandform: Form 37"/>
            <p:cNvSpPr/>
            <p:nvPr/>
          </p:nvSpPr>
          <p:spPr>
            <a:xfrm>
              <a:off x="816480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Freihandform: Form 38"/>
            <p:cNvSpPr/>
            <p:nvPr/>
          </p:nvSpPr>
          <p:spPr>
            <a:xfrm>
              <a:off x="821340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3" name="Grafik 9"/>
            <p:cNvGrpSpPr/>
            <p:nvPr/>
          </p:nvGrpSpPr>
          <p:grpSpPr>
            <a:xfrm>
              <a:off x="7741440" y="833040"/>
              <a:ext cx="1049040" cy="179640"/>
              <a:chOff x="7741440" y="833040"/>
              <a:chExt cx="1049040" cy="179640"/>
            </a:xfrm>
          </p:grpSpPr>
          <p:sp>
            <p:nvSpPr>
              <p:cNvPr id="74" name="Freihandform: Form 40"/>
              <p:cNvSpPr/>
              <p:nvPr/>
            </p:nvSpPr>
            <p:spPr>
              <a:xfrm>
                <a:off x="823644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Freihandform: Form 41"/>
              <p:cNvSpPr/>
              <p:nvPr/>
            </p:nvSpPr>
            <p:spPr>
              <a:xfrm>
                <a:off x="8284680" y="833040"/>
                <a:ext cx="35280" cy="4212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Freihandform: Form 42"/>
              <p:cNvSpPr/>
              <p:nvPr/>
            </p:nvSpPr>
            <p:spPr>
              <a:xfrm>
                <a:off x="7741440" y="91260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" name="Freihandform: Form 43"/>
              <p:cNvSpPr/>
              <p:nvPr/>
            </p:nvSpPr>
            <p:spPr>
              <a:xfrm>
                <a:off x="8677440" y="91404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8" name="Freihandform: Form 44" hidden="1"/>
          <p:cNvSpPr/>
          <p:nvPr/>
        </p:nvSpPr>
        <p:spPr>
          <a:xfrm>
            <a:off x="-5040" y="407160"/>
            <a:ext cx="336240" cy="29340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400"/>
              <a:gd name="textAreaBottom" fmla="*/ 294120 h 29340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79" name="Gruppieren 26"/>
          <p:cNvGrpSpPr/>
          <p:nvPr/>
        </p:nvGrpSpPr>
        <p:grpSpPr>
          <a:xfrm>
            <a:off x="-5040" y="4944600"/>
            <a:ext cx="9147960" cy="196560"/>
            <a:chOff x="-5040" y="4944600"/>
            <a:chExt cx="9147960" cy="196560"/>
          </a:xfrm>
        </p:grpSpPr>
        <p:sp>
          <p:nvSpPr>
            <p:cNvPr id="80" name="bk object 18"/>
            <p:cNvSpPr/>
            <p:nvPr/>
          </p:nvSpPr>
          <p:spPr>
            <a:xfrm>
              <a:off x="-5040" y="4944600"/>
              <a:ext cx="483840" cy="19656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bk object 18"/>
            <p:cNvSpPr/>
            <p:nvPr/>
          </p:nvSpPr>
          <p:spPr>
            <a:xfrm>
              <a:off x="522360" y="4944600"/>
              <a:ext cx="8620560" cy="19656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Holder 3"/>
            <p:cNvSpPr/>
            <p:nvPr/>
          </p:nvSpPr>
          <p:spPr>
            <a:xfrm>
              <a:off x="8194680" y="4960080"/>
              <a:ext cx="44856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3" name="Freihandform: Form 25"/>
          <p:cNvSpPr/>
          <p:nvPr/>
        </p:nvSpPr>
        <p:spPr>
          <a:xfrm>
            <a:off x="0" y="1420560"/>
            <a:ext cx="3166920" cy="3486960"/>
          </a:xfrm>
          <a:custGeom>
            <a:avLst/>
            <a:gdLst>
              <a:gd name="textAreaLeft" fmla="*/ 0 w 3166920"/>
              <a:gd name="textAreaRight" fmla="*/ 3168000 w 3166920"/>
              <a:gd name="textAreaTop" fmla="*/ 0 h 3486960"/>
              <a:gd name="textAreaBottom" fmla="*/ 3487680 h 3486960"/>
              <a:gd name="GluePoint1X" fmla="*/ 0 w 9701"/>
              <a:gd name="GluePoint1Y" fmla="*/ 0 h 8800"/>
              <a:gd name="GluePoint2X" fmla="*/ 0 w 9701"/>
              <a:gd name="GluePoint2Y" fmla="*/ 9701 h 88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dt" idx="2"/>
          </p:nvPr>
        </p:nvSpPr>
        <p:spPr>
          <a:xfrm>
            <a:off x="526680" y="445500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title"/>
          </p:nvPr>
        </p:nvSpPr>
        <p:spPr>
          <a:xfrm>
            <a:off x="526680" y="2895840"/>
            <a:ext cx="6398640" cy="53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86" name="Grafik 6"/>
          <p:cNvGrpSpPr/>
          <p:nvPr/>
        </p:nvGrpSpPr>
        <p:grpSpPr>
          <a:xfrm>
            <a:off x="522720" y="384480"/>
            <a:ext cx="1527120" cy="581760"/>
            <a:chOff x="522720" y="384480"/>
            <a:chExt cx="1527120" cy="581760"/>
          </a:xfrm>
        </p:grpSpPr>
        <p:sp>
          <p:nvSpPr>
            <p:cNvPr id="87" name="Freihandform: Form 13"/>
            <p:cNvSpPr/>
            <p:nvPr/>
          </p:nvSpPr>
          <p:spPr>
            <a:xfrm>
              <a:off x="1888920" y="824400"/>
              <a:ext cx="160920" cy="14184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141840"/>
                <a:gd name="textAreaBottom" fmla="*/ 142560 h 141840"/>
                <a:gd name="GluePoint1X" fmla="*/ 0 w 398"/>
                <a:gd name="GluePoint1Y" fmla="*/ 0 h 45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Freihandform: Form 14"/>
            <p:cNvSpPr/>
            <p:nvPr/>
          </p:nvSpPr>
          <p:spPr>
            <a:xfrm>
              <a:off x="1432440" y="511920"/>
              <a:ext cx="393480" cy="395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395640"/>
                <a:gd name="textAreaBottom" fmla="*/ 396360 h 395640"/>
                <a:gd name="GluePoint1X" fmla="*/ 0 w 1104"/>
                <a:gd name="GluePoint1Y" fmla="*/ 552 h 1096"/>
                <a:gd name="GluePoint2X" fmla="*/ 0 w 1104"/>
                <a:gd name="GluePoint2Y" fmla="*/ 0 h 10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Freihandform: Form 15"/>
            <p:cNvSpPr/>
            <p:nvPr/>
          </p:nvSpPr>
          <p:spPr>
            <a:xfrm>
              <a:off x="522720" y="384480"/>
              <a:ext cx="393480" cy="51192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1920"/>
                <a:gd name="textAreaBottom" fmla="*/ 512640 h 51192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Freihandform: Form 16"/>
            <p:cNvSpPr/>
            <p:nvPr/>
          </p:nvSpPr>
          <p:spPr>
            <a:xfrm>
              <a:off x="979200" y="384480"/>
              <a:ext cx="393480" cy="51192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1920"/>
                <a:gd name="textAreaBottom" fmla="*/ 512640 h 51192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  <a:endParaRPr lang="de-D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ruppieren 6"/>
          <p:cNvGrpSpPr/>
          <p:nvPr/>
        </p:nvGrpSpPr>
        <p:grpSpPr>
          <a:xfrm>
            <a:off x="-5040" y="4944600"/>
            <a:ext cx="9147960" cy="196560"/>
            <a:chOff x="-5040" y="4944600"/>
            <a:chExt cx="9147960" cy="196560"/>
          </a:xfrm>
        </p:grpSpPr>
        <p:sp>
          <p:nvSpPr>
            <p:cNvPr id="93" name="bk object 18"/>
            <p:cNvSpPr/>
            <p:nvPr/>
          </p:nvSpPr>
          <p:spPr>
            <a:xfrm>
              <a:off x="-5040" y="4944600"/>
              <a:ext cx="483840" cy="19656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bk object 18"/>
            <p:cNvSpPr/>
            <p:nvPr/>
          </p:nvSpPr>
          <p:spPr>
            <a:xfrm>
              <a:off x="522360" y="4944600"/>
              <a:ext cx="8620560" cy="19656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" name="Holder 3"/>
            <p:cNvSpPr/>
            <p:nvPr/>
          </p:nvSpPr>
          <p:spPr>
            <a:xfrm>
              <a:off x="8194680" y="4960080"/>
              <a:ext cx="44856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6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7" name="Grafik 9"/>
          <p:cNvGrpSpPr/>
          <p:nvPr/>
        </p:nvGrpSpPr>
        <p:grpSpPr>
          <a:xfrm>
            <a:off x="7741440" y="393480"/>
            <a:ext cx="1049040" cy="619200"/>
            <a:chOff x="7741440" y="393480"/>
            <a:chExt cx="1049040" cy="619200"/>
          </a:xfrm>
        </p:grpSpPr>
        <p:grpSp>
          <p:nvGrpSpPr>
            <p:cNvPr id="98" name="Grafik 9"/>
            <p:cNvGrpSpPr/>
            <p:nvPr/>
          </p:nvGrpSpPr>
          <p:grpSpPr>
            <a:xfrm>
              <a:off x="7741440" y="393480"/>
              <a:ext cx="883800" cy="430920"/>
              <a:chOff x="7741440" y="393480"/>
              <a:chExt cx="883800" cy="430920"/>
            </a:xfrm>
          </p:grpSpPr>
          <p:sp>
            <p:nvSpPr>
              <p:cNvPr id="99" name="Freihandform: Form 20"/>
              <p:cNvSpPr/>
              <p:nvPr/>
            </p:nvSpPr>
            <p:spPr>
              <a:xfrm>
                <a:off x="8358120" y="479880"/>
                <a:ext cx="267120" cy="26712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120"/>
                  <a:gd name="textAreaBottom" fmla="*/ 267840 h 26712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" name="Freihandform: Form 21"/>
              <p:cNvSpPr/>
              <p:nvPr/>
            </p:nvSpPr>
            <p:spPr>
              <a:xfrm>
                <a:off x="774144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" name="Freihandform: Form 22"/>
              <p:cNvSpPr/>
              <p:nvPr/>
            </p:nvSpPr>
            <p:spPr>
              <a:xfrm>
                <a:off x="805068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" name="Freihandform: Form 23"/>
              <p:cNvSpPr/>
              <p:nvPr/>
            </p:nvSpPr>
            <p:spPr>
              <a:xfrm>
                <a:off x="784800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" name="Freihandform: Form 24"/>
              <p:cNvSpPr/>
              <p:nvPr/>
            </p:nvSpPr>
            <p:spPr>
              <a:xfrm>
                <a:off x="795816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" name="Freihandform: Form 25"/>
              <p:cNvSpPr/>
              <p:nvPr/>
            </p:nvSpPr>
            <p:spPr>
              <a:xfrm>
                <a:off x="821232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5" name="Freihandform: Form 26"/>
            <p:cNvSpPr/>
            <p:nvPr/>
          </p:nvSpPr>
          <p:spPr>
            <a:xfrm>
              <a:off x="774144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Freihandform: Form 27"/>
            <p:cNvSpPr/>
            <p:nvPr/>
          </p:nvSpPr>
          <p:spPr>
            <a:xfrm>
              <a:off x="779976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" name="Freihandform: Form 28"/>
            <p:cNvSpPr/>
            <p:nvPr/>
          </p:nvSpPr>
          <p:spPr>
            <a:xfrm>
              <a:off x="784908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8" name="Grafik 9"/>
            <p:cNvGrpSpPr/>
            <p:nvPr/>
          </p:nvGrpSpPr>
          <p:grpSpPr>
            <a:xfrm>
              <a:off x="7872120" y="833040"/>
              <a:ext cx="74160" cy="40320"/>
              <a:chOff x="7872120" y="833040"/>
              <a:chExt cx="74160" cy="40320"/>
            </a:xfrm>
          </p:grpSpPr>
          <p:sp>
            <p:nvSpPr>
              <p:cNvPr id="109" name="Freihandform: Form 30"/>
              <p:cNvSpPr/>
              <p:nvPr/>
            </p:nvSpPr>
            <p:spPr>
              <a:xfrm>
                <a:off x="787212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" name="Freihandform: Form 31"/>
              <p:cNvSpPr/>
              <p:nvPr/>
            </p:nvSpPr>
            <p:spPr>
              <a:xfrm>
                <a:off x="7922160" y="833040"/>
                <a:ext cx="24120" cy="4032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1" name="Freihandform: Form 32"/>
            <p:cNvSpPr/>
            <p:nvPr/>
          </p:nvSpPr>
          <p:spPr>
            <a:xfrm>
              <a:off x="795924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2" name="Grafik 9"/>
            <p:cNvGrpSpPr/>
            <p:nvPr/>
          </p:nvGrpSpPr>
          <p:grpSpPr>
            <a:xfrm>
              <a:off x="7979760" y="811080"/>
              <a:ext cx="78120" cy="64080"/>
              <a:chOff x="7979760" y="811080"/>
              <a:chExt cx="78120" cy="64080"/>
            </a:xfrm>
          </p:grpSpPr>
          <p:sp>
            <p:nvSpPr>
              <p:cNvPr id="113" name="Freihandform: Form 34"/>
              <p:cNvSpPr/>
              <p:nvPr/>
            </p:nvSpPr>
            <p:spPr>
              <a:xfrm>
                <a:off x="7979760" y="833040"/>
                <a:ext cx="33480" cy="421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" name="Freihandform: Form 35"/>
              <p:cNvSpPr/>
              <p:nvPr/>
            </p:nvSpPr>
            <p:spPr>
              <a:xfrm>
                <a:off x="8024400" y="811080"/>
                <a:ext cx="33480" cy="619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1920"/>
                  <a:gd name="textAreaBottom" fmla="*/ 62640 h 6192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5" name="Freihandform: Form 36"/>
            <p:cNvSpPr/>
            <p:nvPr/>
          </p:nvSpPr>
          <p:spPr>
            <a:xfrm>
              <a:off x="810648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Freihandform: Form 37"/>
            <p:cNvSpPr/>
            <p:nvPr/>
          </p:nvSpPr>
          <p:spPr>
            <a:xfrm>
              <a:off x="816480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" name="Freihandform: Form 38"/>
            <p:cNvSpPr/>
            <p:nvPr/>
          </p:nvSpPr>
          <p:spPr>
            <a:xfrm>
              <a:off x="821340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8" name="Grafik 9"/>
            <p:cNvGrpSpPr/>
            <p:nvPr/>
          </p:nvGrpSpPr>
          <p:grpSpPr>
            <a:xfrm>
              <a:off x="7741440" y="833040"/>
              <a:ext cx="1049040" cy="179640"/>
              <a:chOff x="7741440" y="833040"/>
              <a:chExt cx="1049040" cy="179640"/>
            </a:xfrm>
          </p:grpSpPr>
          <p:sp>
            <p:nvSpPr>
              <p:cNvPr id="119" name="Freihandform: Form 40"/>
              <p:cNvSpPr/>
              <p:nvPr/>
            </p:nvSpPr>
            <p:spPr>
              <a:xfrm>
                <a:off x="823644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" name="Freihandform: Form 41"/>
              <p:cNvSpPr/>
              <p:nvPr/>
            </p:nvSpPr>
            <p:spPr>
              <a:xfrm>
                <a:off x="8284680" y="833040"/>
                <a:ext cx="35280" cy="4212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" name="Freihandform: Form 42"/>
              <p:cNvSpPr/>
              <p:nvPr/>
            </p:nvSpPr>
            <p:spPr>
              <a:xfrm>
                <a:off x="7741440" y="91260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" name="Freihandform: Form 43"/>
              <p:cNvSpPr/>
              <p:nvPr/>
            </p:nvSpPr>
            <p:spPr>
              <a:xfrm>
                <a:off x="8677440" y="91404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3" name="Freihandform: Form 44" hidden="1"/>
          <p:cNvSpPr/>
          <p:nvPr/>
        </p:nvSpPr>
        <p:spPr>
          <a:xfrm>
            <a:off x="-5040" y="407160"/>
            <a:ext cx="336240" cy="29340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400"/>
              <a:gd name="textAreaBottom" fmla="*/ 294120 h 29340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4" name="Gruppieren 25"/>
          <p:cNvGrpSpPr/>
          <p:nvPr/>
        </p:nvGrpSpPr>
        <p:grpSpPr>
          <a:xfrm>
            <a:off x="-5040" y="4944600"/>
            <a:ext cx="9147960" cy="196560"/>
            <a:chOff x="-5040" y="4944600"/>
            <a:chExt cx="9147960" cy="196560"/>
          </a:xfrm>
        </p:grpSpPr>
        <p:sp>
          <p:nvSpPr>
            <p:cNvPr id="125" name="bk object 18"/>
            <p:cNvSpPr/>
            <p:nvPr/>
          </p:nvSpPr>
          <p:spPr>
            <a:xfrm>
              <a:off x="-5040" y="4944600"/>
              <a:ext cx="483840" cy="19656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bk object 18"/>
            <p:cNvSpPr/>
            <p:nvPr/>
          </p:nvSpPr>
          <p:spPr>
            <a:xfrm>
              <a:off x="522360" y="4944600"/>
              <a:ext cx="8620560" cy="19656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Holder 3"/>
            <p:cNvSpPr/>
            <p:nvPr/>
          </p:nvSpPr>
          <p:spPr>
            <a:xfrm>
              <a:off x="8194680" y="4960080"/>
              <a:ext cx="448560" cy="1663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8" name="PlaceHolder 1"/>
          <p:cNvSpPr>
            <a:spLocks noGrp="1"/>
          </p:cNvSpPr>
          <p:nvPr>
            <p:ph type="dt" idx="3"/>
          </p:nvPr>
        </p:nvSpPr>
        <p:spPr>
          <a:xfrm>
            <a:off x="526680" y="445500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title"/>
          </p:nvPr>
        </p:nvSpPr>
        <p:spPr>
          <a:xfrm>
            <a:off x="526680" y="2328840"/>
            <a:ext cx="6398640" cy="110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30" name="Grafik 6"/>
          <p:cNvGrpSpPr/>
          <p:nvPr/>
        </p:nvGrpSpPr>
        <p:grpSpPr>
          <a:xfrm>
            <a:off x="522720" y="384480"/>
            <a:ext cx="1527120" cy="581760"/>
            <a:chOff x="522720" y="384480"/>
            <a:chExt cx="1527120" cy="581760"/>
          </a:xfrm>
        </p:grpSpPr>
        <p:sp>
          <p:nvSpPr>
            <p:cNvPr id="131" name="Freihandform: Form 13"/>
            <p:cNvSpPr/>
            <p:nvPr/>
          </p:nvSpPr>
          <p:spPr>
            <a:xfrm>
              <a:off x="1888920" y="824400"/>
              <a:ext cx="160920" cy="14184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141840"/>
                <a:gd name="textAreaBottom" fmla="*/ 142560 h 141840"/>
                <a:gd name="GluePoint1X" fmla="*/ 0 w 398"/>
                <a:gd name="GluePoint1Y" fmla="*/ 0 h 45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" name="Freihandform: Form 14"/>
            <p:cNvSpPr/>
            <p:nvPr/>
          </p:nvSpPr>
          <p:spPr>
            <a:xfrm>
              <a:off x="1432440" y="511920"/>
              <a:ext cx="393480" cy="395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395640"/>
                <a:gd name="textAreaBottom" fmla="*/ 396360 h 395640"/>
                <a:gd name="GluePoint1X" fmla="*/ 0 w 1104"/>
                <a:gd name="GluePoint1Y" fmla="*/ 552 h 1096"/>
                <a:gd name="GluePoint2X" fmla="*/ 0 w 1104"/>
                <a:gd name="GluePoint2Y" fmla="*/ 0 h 10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" name="Freihandform: Form 15"/>
            <p:cNvSpPr/>
            <p:nvPr/>
          </p:nvSpPr>
          <p:spPr>
            <a:xfrm>
              <a:off x="522720" y="384480"/>
              <a:ext cx="393480" cy="51192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1920"/>
                <a:gd name="textAreaBottom" fmla="*/ 512640 h 51192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" name="Freihandform: Form 16"/>
            <p:cNvSpPr/>
            <p:nvPr/>
          </p:nvSpPr>
          <p:spPr>
            <a:xfrm>
              <a:off x="979200" y="384480"/>
              <a:ext cx="393480" cy="51192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1920"/>
                <a:gd name="textAreaBottom" fmla="*/ 512640 h 51192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5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  <a:endParaRPr lang="de-D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Bild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ruppieren 6"/>
          <p:cNvGrpSpPr/>
          <p:nvPr/>
        </p:nvGrpSpPr>
        <p:grpSpPr>
          <a:xfrm>
            <a:off x="-5040" y="4944600"/>
            <a:ext cx="9147960" cy="196560"/>
            <a:chOff x="-5040" y="4944600"/>
            <a:chExt cx="9147960" cy="196560"/>
          </a:xfrm>
        </p:grpSpPr>
        <p:sp>
          <p:nvSpPr>
            <p:cNvPr id="137" name="bk object 18"/>
            <p:cNvSpPr/>
            <p:nvPr/>
          </p:nvSpPr>
          <p:spPr>
            <a:xfrm>
              <a:off x="-5040" y="4944600"/>
              <a:ext cx="483840" cy="19656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bk object 18"/>
            <p:cNvSpPr/>
            <p:nvPr/>
          </p:nvSpPr>
          <p:spPr>
            <a:xfrm>
              <a:off x="522360" y="4944600"/>
              <a:ext cx="8620560" cy="19656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Holder 3"/>
            <p:cNvSpPr/>
            <p:nvPr/>
          </p:nvSpPr>
          <p:spPr>
            <a:xfrm>
              <a:off x="8194680" y="4960080"/>
              <a:ext cx="44856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40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41" name="Grafik 9"/>
          <p:cNvGrpSpPr/>
          <p:nvPr/>
        </p:nvGrpSpPr>
        <p:grpSpPr>
          <a:xfrm>
            <a:off x="7741440" y="393480"/>
            <a:ext cx="1049040" cy="619200"/>
            <a:chOff x="7741440" y="393480"/>
            <a:chExt cx="1049040" cy="619200"/>
          </a:xfrm>
        </p:grpSpPr>
        <p:grpSp>
          <p:nvGrpSpPr>
            <p:cNvPr id="142" name="Grafik 9"/>
            <p:cNvGrpSpPr/>
            <p:nvPr/>
          </p:nvGrpSpPr>
          <p:grpSpPr>
            <a:xfrm>
              <a:off x="7741440" y="393480"/>
              <a:ext cx="883800" cy="430920"/>
              <a:chOff x="7741440" y="393480"/>
              <a:chExt cx="883800" cy="430920"/>
            </a:xfrm>
          </p:grpSpPr>
          <p:sp>
            <p:nvSpPr>
              <p:cNvPr id="143" name="Freihandform: Form 20"/>
              <p:cNvSpPr/>
              <p:nvPr/>
            </p:nvSpPr>
            <p:spPr>
              <a:xfrm>
                <a:off x="8358120" y="479880"/>
                <a:ext cx="267120" cy="26712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120"/>
                  <a:gd name="textAreaBottom" fmla="*/ 267840 h 26712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" name="Freihandform: Form 21"/>
              <p:cNvSpPr/>
              <p:nvPr/>
            </p:nvSpPr>
            <p:spPr>
              <a:xfrm>
                <a:off x="774144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" name="Freihandform: Form 22"/>
              <p:cNvSpPr/>
              <p:nvPr/>
            </p:nvSpPr>
            <p:spPr>
              <a:xfrm>
                <a:off x="805068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" name="Freihandform: Form 23"/>
              <p:cNvSpPr/>
              <p:nvPr/>
            </p:nvSpPr>
            <p:spPr>
              <a:xfrm>
                <a:off x="784800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7" name="Freihandform: Form 24"/>
              <p:cNvSpPr/>
              <p:nvPr/>
            </p:nvSpPr>
            <p:spPr>
              <a:xfrm>
                <a:off x="795816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8" name="Freihandform: Form 25"/>
              <p:cNvSpPr/>
              <p:nvPr/>
            </p:nvSpPr>
            <p:spPr>
              <a:xfrm>
                <a:off x="821232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9" name="Freihandform: Form 26"/>
            <p:cNvSpPr/>
            <p:nvPr/>
          </p:nvSpPr>
          <p:spPr>
            <a:xfrm>
              <a:off x="774144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" name="Freihandform: Form 27"/>
            <p:cNvSpPr/>
            <p:nvPr/>
          </p:nvSpPr>
          <p:spPr>
            <a:xfrm>
              <a:off x="779976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" name="Freihandform: Form 28"/>
            <p:cNvSpPr/>
            <p:nvPr/>
          </p:nvSpPr>
          <p:spPr>
            <a:xfrm>
              <a:off x="784908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52" name="Grafik 9"/>
            <p:cNvGrpSpPr/>
            <p:nvPr/>
          </p:nvGrpSpPr>
          <p:grpSpPr>
            <a:xfrm>
              <a:off x="7872120" y="833040"/>
              <a:ext cx="74160" cy="40320"/>
              <a:chOff x="7872120" y="833040"/>
              <a:chExt cx="74160" cy="40320"/>
            </a:xfrm>
          </p:grpSpPr>
          <p:sp>
            <p:nvSpPr>
              <p:cNvPr id="153" name="Freihandform: Form 30"/>
              <p:cNvSpPr/>
              <p:nvPr/>
            </p:nvSpPr>
            <p:spPr>
              <a:xfrm>
                <a:off x="787212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4" name="Freihandform: Form 31"/>
              <p:cNvSpPr/>
              <p:nvPr/>
            </p:nvSpPr>
            <p:spPr>
              <a:xfrm>
                <a:off x="7922160" y="833040"/>
                <a:ext cx="24120" cy="4032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5" name="Freihandform: Form 32"/>
            <p:cNvSpPr/>
            <p:nvPr/>
          </p:nvSpPr>
          <p:spPr>
            <a:xfrm>
              <a:off x="795924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56" name="Grafik 9"/>
            <p:cNvGrpSpPr/>
            <p:nvPr/>
          </p:nvGrpSpPr>
          <p:grpSpPr>
            <a:xfrm>
              <a:off x="7979760" y="811080"/>
              <a:ext cx="78120" cy="64080"/>
              <a:chOff x="7979760" y="811080"/>
              <a:chExt cx="78120" cy="64080"/>
            </a:xfrm>
          </p:grpSpPr>
          <p:sp>
            <p:nvSpPr>
              <p:cNvPr id="157" name="Freihandform: Form 34"/>
              <p:cNvSpPr/>
              <p:nvPr/>
            </p:nvSpPr>
            <p:spPr>
              <a:xfrm>
                <a:off x="7979760" y="833040"/>
                <a:ext cx="33480" cy="421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8" name="Freihandform: Form 35"/>
              <p:cNvSpPr/>
              <p:nvPr/>
            </p:nvSpPr>
            <p:spPr>
              <a:xfrm>
                <a:off x="8024400" y="811080"/>
                <a:ext cx="33480" cy="619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1920"/>
                  <a:gd name="textAreaBottom" fmla="*/ 62640 h 6192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9" name="Freihandform: Form 36"/>
            <p:cNvSpPr/>
            <p:nvPr/>
          </p:nvSpPr>
          <p:spPr>
            <a:xfrm>
              <a:off x="810648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Freihandform: Form 37"/>
            <p:cNvSpPr/>
            <p:nvPr/>
          </p:nvSpPr>
          <p:spPr>
            <a:xfrm>
              <a:off x="816480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" name="Freihandform: Form 38"/>
            <p:cNvSpPr/>
            <p:nvPr/>
          </p:nvSpPr>
          <p:spPr>
            <a:xfrm>
              <a:off x="821340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62" name="Grafik 9"/>
            <p:cNvGrpSpPr/>
            <p:nvPr/>
          </p:nvGrpSpPr>
          <p:grpSpPr>
            <a:xfrm>
              <a:off x="7741440" y="833040"/>
              <a:ext cx="1049040" cy="179640"/>
              <a:chOff x="7741440" y="833040"/>
              <a:chExt cx="1049040" cy="179640"/>
            </a:xfrm>
          </p:grpSpPr>
          <p:sp>
            <p:nvSpPr>
              <p:cNvPr id="163" name="Freihandform: Form 40"/>
              <p:cNvSpPr/>
              <p:nvPr/>
            </p:nvSpPr>
            <p:spPr>
              <a:xfrm>
                <a:off x="823644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" name="Freihandform: Form 41"/>
              <p:cNvSpPr/>
              <p:nvPr/>
            </p:nvSpPr>
            <p:spPr>
              <a:xfrm>
                <a:off x="8284680" y="833040"/>
                <a:ext cx="35280" cy="4212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" name="Freihandform: Form 42"/>
              <p:cNvSpPr/>
              <p:nvPr/>
            </p:nvSpPr>
            <p:spPr>
              <a:xfrm>
                <a:off x="7741440" y="91260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" name="Freihandform: Form 43"/>
              <p:cNvSpPr/>
              <p:nvPr/>
            </p:nvSpPr>
            <p:spPr>
              <a:xfrm>
                <a:off x="8677440" y="91404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67" name="Freihandform: Form 44" hidden="1"/>
          <p:cNvSpPr/>
          <p:nvPr/>
        </p:nvSpPr>
        <p:spPr>
          <a:xfrm>
            <a:off x="-5040" y="407160"/>
            <a:ext cx="336240" cy="29340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400"/>
              <a:gd name="textAreaBottom" fmla="*/ 294120 h 29340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68" name="Gruppieren 28"/>
          <p:cNvGrpSpPr/>
          <p:nvPr/>
        </p:nvGrpSpPr>
        <p:grpSpPr>
          <a:xfrm>
            <a:off x="-5040" y="4944600"/>
            <a:ext cx="9147960" cy="196560"/>
            <a:chOff x="-5040" y="4944600"/>
            <a:chExt cx="9147960" cy="196560"/>
          </a:xfrm>
        </p:grpSpPr>
        <p:sp>
          <p:nvSpPr>
            <p:cNvPr id="169" name="bk object 18"/>
            <p:cNvSpPr/>
            <p:nvPr/>
          </p:nvSpPr>
          <p:spPr>
            <a:xfrm>
              <a:off x="-5040" y="4944600"/>
              <a:ext cx="483840" cy="19656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" name="bk object 18"/>
            <p:cNvSpPr/>
            <p:nvPr/>
          </p:nvSpPr>
          <p:spPr>
            <a:xfrm>
              <a:off x="522360" y="4944600"/>
              <a:ext cx="8620560" cy="19656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" name="Holder 3"/>
            <p:cNvSpPr/>
            <p:nvPr/>
          </p:nvSpPr>
          <p:spPr>
            <a:xfrm>
              <a:off x="8194680" y="4960080"/>
              <a:ext cx="448560" cy="1663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2" name="PlaceHolder 1"/>
          <p:cNvSpPr>
            <a:spLocks noGrp="1"/>
          </p:cNvSpPr>
          <p:nvPr>
            <p:ph type="dt" idx="4"/>
          </p:nvPr>
        </p:nvSpPr>
        <p:spPr>
          <a:xfrm>
            <a:off x="526680" y="445500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title"/>
          </p:nvPr>
        </p:nvSpPr>
        <p:spPr>
          <a:xfrm>
            <a:off x="526680" y="2328840"/>
            <a:ext cx="4935600" cy="110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74" name="Grafik 6"/>
          <p:cNvGrpSpPr/>
          <p:nvPr/>
        </p:nvGrpSpPr>
        <p:grpSpPr>
          <a:xfrm>
            <a:off x="522720" y="384480"/>
            <a:ext cx="1527120" cy="581760"/>
            <a:chOff x="522720" y="384480"/>
            <a:chExt cx="1527120" cy="581760"/>
          </a:xfrm>
        </p:grpSpPr>
        <p:sp>
          <p:nvSpPr>
            <p:cNvPr id="175" name="Freihandform: Form 13"/>
            <p:cNvSpPr/>
            <p:nvPr/>
          </p:nvSpPr>
          <p:spPr>
            <a:xfrm>
              <a:off x="1888920" y="824400"/>
              <a:ext cx="160920" cy="14184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141840"/>
                <a:gd name="textAreaBottom" fmla="*/ 142560 h 141840"/>
                <a:gd name="GluePoint1X" fmla="*/ 0 w 398"/>
                <a:gd name="GluePoint1Y" fmla="*/ 0 h 45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Freihandform: Form 15"/>
            <p:cNvSpPr/>
            <p:nvPr/>
          </p:nvSpPr>
          <p:spPr>
            <a:xfrm>
              <a:off x="1432440" y="511920"/>
              <a:ext cx="393480" cy="395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395640"/>
                <a:gd name="textAreaBottom" fmla="*/ 396360 h 395640"/>
                <a:gd name="GluePoint1X" fmla="*/ 0 w 1104"/>
                <a:gd name="GluePoint1Y" fmla="*/ 552 h 1096"/>
                <a:gd name="GluePoint2X" fmla="*/ 0 w 1104"/>
                <a:gd name="GluePoint2Y" fmla="*/ 0 h 10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" name="Freihandform: Form 18"/>
            <p:cNvSpPr/>
            <p:nvPr/>
          </p:nvSpPr>
          <p:spPr>
            <a:xfrm>
              <a:off x="522720" y="384480"/>
              <a:ext cx="393480" cy="51192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1920"/>
                <a:gd name="textAreaBottom" fmla="*/ 512640 h 51192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" name="Freihandform: Form 19"/>
            <p:cNvSpPr/>
            <p:nvPr/>
          </p:nvSpPr>
          <p:spPr>
            <a:xfrm>
              <a:off x="979200" y="384480"/>
              <a:ext cx="393480" cy="51192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1920"/>
                <a:gd name="textAreaBottom" fmla="*/ 512640 h 51192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9" name="PlaceHolder 3"/>
          <p:cNvSpPr>
            <a:spLocks noGrp="1"/>
          </p:cNvSpPr>
          <p:nvPr>
            <p:ph type="body"/>
          </p:nvPr>
        </p:nvSpPr>
        <p:spPr>
          <a:xfrm>
            <a:off x="5621040" y="1086840"/>
            <a:ext cx="3521880" cy="38206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Bild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ruppieren 6"/>
          <p:cNvGrpSpPr/>
          <p:nvPr/>
        </p:nvGrpSpPr>
        <p:grpSpPr>
          <a:xfrm>
            <a:off x="-5040" y="4944600"/>
            <a:ext cx="9147960" cy="196560"/>
            <a:chOff x="-5040" y="4944600"/>
            <a:chExt cx="9147960" cy="196560"/>
          </a:xfrm>
        </p:grpSpPr>
        <p:sp>
          <p:nvSpPr>
            <p:cNvPr id="181" name="bk object 18"/>
            <p:cNvSpPr/>
            <p:nvPr/>
          </p:nvSpPr>
          <p:spPr>
            <a:xfrm>
              <a:off x="-5040" y="4944600"/>
              <a:ext cx="483840" cy="19656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" name="bk object 18"/>
            <p:cNvSpPr/>
            <p:nvPr/>
          </p:nvSpPr>
          <p:spPr>
            <a:xfrm>
              <a:off x="522360" y="4944600"/>
              <a:ext cx="8620560" cy="19656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" name="Holder 3"/>
            <p:cNvSpPr/>
            <p:nvPr/>
          </p:nvSpPr>
          <p:spPr>
            <a:xfrm>
              <a:off x="8194680" y="4960080"/>
              <a:ext cx="44856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84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85" name="Grafik 9"/>
          <p:cNvGrpSpPr/>
          <p:nvPr/>
        </p:nvGrpSpPr>
        <p:grpSpPr>
          <a:xfrm>
            <a:off x="7741440" y="393480"/>
            <a:ext cx="1049040" cy="619200"/>
            <a:chOff x="7741440" y="393480"/>
            <a:chExt cx="1049040" cy="619200"/>
          </a:xfrm>
        </p:grpSpPr>
        <p:grpSp>
          <p:nvGrpSpPr>
            <p:cNvPr id="186" name="Grafik 9"/>
            <p:cNvGrpSpPr/>
            <p:nvPr/>
          </p:nvGrpSpPr>
          <p:grpSpPr>
            <a:xfrm>
              <a:off x="7741440" y="393480"/>
              <a:ext cx="883800" cy="430920"/>
              <a:chOff x="7741440" y="393480"/>
              <a:chExt cx="883800" cy="430920"/>
            </a:xfrm>
          </p:grpSpPr>
          <p:sp>
            <p:nvSpPr>
              <p:cNvPr id="187" name="Freihandform: Form 20"/>
              <p:cNvSpPr/>
              <p:nvPr/>
            </p:nvSpPr>
            <p:spPr>
              <a:xfrm>
                <a:off x="8358120" y="479880"/>
                <a:ext cx="267120" cy="26712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120"/>
                  <a:gd name="textAreaBottom" fmla="*/ 267840 h 26712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" name="Freihandform: Form 21"/>
              <p:cNvSpPr/>
              <p:nvPr/>
            </p:nvSpPr>
            <p:spPr>
              <a:xfrm>
                <a:off x="774144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" name="Freihandform: Form 22"/>
              <p:cNvSpPr/>
              <p:nvPr/>
            </p:nvSpPr>
            <p:spPr>
              <a:xfrm>
                <a:off x="805068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" name="Freihandform: Form 23"/>
              <p:cNvSpPr/>
              <p:nvPr/>
            </p:nvSpPr>
            <p:spPr>
              <a:xfrm>
                <a:off x="784800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1" name="Freihandform: Form 24"/>
              <p:cNvSpPr/>
              <p:nvPr/>
            </p:nvSpPr>
            <p:spPr>
              <a:xfrm>
                <a:off x="795816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2" name="Freihandform: Form 25"/>
              <p:cNvSpPr/>
              <p:nvPr/>
            </p:nvSpPr>
            <p:spPr>
              <a:xfrm>
                <a:off x="821232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93" name="Freihandform: Form 26"/>
            <p:cNvSpPr/>
            <p:nvPr/>
          </p:nvSpPr>
          <p:spPr>
            <a:xfrm>
              <a:off x="774144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" name="Freihandform: Form 27"/>
            <p:cNvSpPr/>
            <p:nvPr/>
          </p:nvSpPr>
          <p:spPr>
            <a:xfrm>
              <a:off x="779976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" name="Freihandform: Form 28"/>
            <p:cNvSpPr/>
            <p:nvPr/>
          </p:nvSpPr>
          <p:spPr>
            <a:xfrm>
              <a:off x="784908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96" name="Grafik 9"/>
            <p:cNvGrpSpPr/>
            <p:nvPr/>
          </p:nvGrpSpPr>
          <p:grpSpPr>
            <a:xfrm>
              <a:off x="7872120" y="833040"/>
              <a:ext cx="74160" cy="40320"/>
              <a:chOff x="7872120" y="833040"/>
              <a:chExt cx="74160" cy="40320"/>
            </a:xfrm>
          </p:grpSpPr>
          <p:sp>
            <p:nvSpPr>
              <p:cNvPr id="197" name="Freihandform: Form 30"/>
              <p:cNvSpPr/>
              <p:nvPr/>
            </p:nvSpPr>
            <p:spPr>
              <a:xfrm>
                <a:off x="787212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8" name="Freihandform: Form 31"/>
              <p:cNvSpPr/>
              <p:nvPr/>
            </p:nvSpPr>
            <p:spPr>
              <a:xfrm>
                <a:off x="7922160" y="833040"/>
                <a:ext cx="24120" cy="4032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99" name="Freihandform: Form 32"/>
            <p:cNvSpPr/>
            <p:nvPr/>
          </p:nvSpPr>
          <p:spPr>
            <a:xfrm>
              <a:off x="795924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00" name="Grafik 9"/>
            <p:cNvGrpSpPr/>
            <p:nvPr/>
          </p:nvGrpSpPr>
          <p:grpSpPr>
            <a:xfrm>
              <a:off x="7979760" y="811080"/>
              <a:ext cx="78120" cy="64080"/>
              <a:chOff x="7979760" y="811080"/>
              <a:chExt cx="78120" cy="64080"/>
            </a:xfrm>
          </p:grpSpPr>
          <p:sp>
            <p:nvSpPr>
              <p:cNvPr id="201" name="Freihandform: Form 34"/>
              <p:cNvSpPr/>
              <p:nvPr/>
            </p:nvSpPr>
            <p:spPr>
              <a:xfrm>
                <a:off x="7979760" y="833040"/>
                <a:ext cx="33480" cy="421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2" name="Freihandform: Form 35"/>
              <p:cNvSpPr/>
              <p:nvPr/>
            </p:nvSpPr>
            <p:spPr>
              <a:xfrm>
                <a:off x="8024400" y="811080"/>
                <a:ext cx="33480" cy="619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1920"/>
                  <a:gd name="textAreaBottom" fmla="*/ 62640 h 6192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03" name="Freihandform: Form 36"/>
            <p:cNvSpPr/>
            <p:nvPr/>
          </p:nvSpPr>
          <p:spPr>
            <a:xfrm>
              <a:off x="810648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" name="Freihandform: Form 37"/>
            <p:cNvSpPr/>
            <p:nvPr/>
          </p:nvSpPr>
          <p:spPr>
            <a:xfrm>
              <a:off x="816480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" name="Freihandform: Form 38"/>
            <p:cNvSpPr/>
            <p:nvPr/>
          </p:nvSpPr>
          <p:spPr>
            <a:xfrm>
              <a:off x="821340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06" name="Grafik 9"/>
            <p:cNvGrpSpPr/>
            <p:nvPr/>
          </p:nvGrpSpPr>
          <p:grpSpPr>
            <a:xfrm>
              <a:off x="7741440" y="833040"/>
              <a:ext cx="1049040" cy="179640"/>
              <a:chOff x="7741440" y="833040"/>
              <a:chExt cx="1049040" cy="179640"/>
            </a:xfrm>
          </p:grpSpPr>
          <p:sp>
            <p:nvSpPr>
              <p:cNvPr id="207" name="Freihandform: Form 40"/>
              <p:cNvSpPr/>
              <p:nvPr/>
            </p:nvSpPr>
            <p:spPr>
              <a:xfrm>
                <a:off x="823644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" name="Freihandform: Form 41"/>
              <p:cNvSpPr/>
              <p:nvPr/>
            </p:nvSpPr>
            <p:spPr>
              <a:xfrm>
                <a:off x="8284680" y="833040"/>
                <a:ext cx="35280" cy="4212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" name="Freihandform: Form 42"/>
              <p:cNvSpPr/>
              <p:nvPr/>
            </p:nvSpPr>
            <p:spPr>
              <a:xfrm>
                <a:off x="7741440" y="91260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0" name="Freihandform: Form 43"/>
              <p:cNvSpPr/>
              <p:nvPr/>
            </p:nvSpPr>
            <p:spPr>
              <a:xfrm>
                <a:off x="8677440" y="91404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11" name="Freihandform: Form 44" hidden="1"/>
          <p:cNvSpPr/>
          <p:nvPr/>
        </p:nvSpPr>
        <p:spPr>
          <a:xfrm>
            <a:off x="-5040" y="407160"/>
            <a:ext cx="336240" cy="29340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400"/>
              <a:gd name="textAreaBottom" fmla="*/ 294120 h 29340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12" name="Gruppieren 28"/>
          <p:cNvGrpSpPr/>
          <p:nvPr/>
        </p:nvGrpSpPr>
        <p:grpSpPr>
          <a:xfrm>
            <a:off x="-5040" y="4944600"/>
            <a:ext cx="9147960" cy="196560"/>
            <a:chOff x="-5040" y="4944600"/>
            <a:chExt cx="9147960" cy="196560"/>
          </a:xfrm>
        </p:grpSpPr>
        <p:sp>
          <p:nvSpPr>
            <p:cNvPr id="213" name="bk object 18"/>
            <p:cNvSpPr/>
            <p:nvPr/>
          </p:nvSpPr>
          <p:spPr>
            <a:xfrm>
              <a:off x="-5040" y="4944600"/>
              <a:ext cx="483840" cy="19656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" name="bk object 18"/>
            <p:cNvSpPr/>
            <p:nvPr/>
          </p:nvSpPr>
          <p:spPr>
            <a:xfrm>
              <a:off x="522360" y="4944600"/>
              <a:ext cx="8620560" cy="19656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Holder 3"/>
            <p:cNvSpPr/>
            <p:nvPr/>
          </p:nvSpPr>
          <p:spPr>
            <a:xfrm>
              <a:off x="8194680" y="4960080"/>
              <a:ext cx="448560" cy="1663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6" name="PlaceHolder 1"/>
          <p:cNvSpPr>
            <a:spLocks noGrp="1"/>
          </p:cNvSpPr>
          <p:nvPr>
            <p:ph type="dt" idx="5"/>
          </p:nvPr>
        </p:nvSpPr>
        <p:spPr>
          <a:xfrm>
            <a:off x="526680" y="445500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title"/>
          </p:nvPr>
        </p:nvSpPr>
        <p:spPr>
          <a:xfrm>
            <a:off x="526680" y="2247480"/>
            <a:ext cx="2829240" cy="118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218" name="Grafik 6"/>
          <p:cNvGrpSpPr/>
          <p:nvPr/>
        </p:nvGrpSpPr>
        <p:grpSpPr>
          <a:xfrm>
            <a:off x="522720" y="384480"/>
            <a:ext cx="1527120" cy="581760"/>
            <a:chOff x="522720" y="384480"/>
            <a:chExt cx="1527120" cy="581760"/>
          </a:xfrm>
        </p:grpSpPr>
        <p:sp>
          <p:nvSpPr>
            <p:cNvPr id="219" name="Freihandform: Form 13"/>
            <p:cNvSpPr/>
            <p:nvPr/>
          </p:nvSpPr>
          <p:spPr>
            <a:xfrm>
              <a:off x="1888920" y="824400"/>
              <a:ext cx="160920" cy="14184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141840"/>
                <a:gd name="textAreaBottom" fmla="*/ 142560 h 141840"/>
                <a:gd name="GluePoint1X" fmla="*/ 0 w 398"/>
                <a:gd name="GluePoint1Y" fmla="*/ 0 h 45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Freihandform: Form 17"/>
            <p:cNvSpPr/>
            <p:nvPr/>
          </p:nvSpPr>
          <p:spPr>
            <a:xfrm>
              <a:off x="1432440" y="511920"/>
              <a:ext cx="393480" cy="395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395640"/>
                <a:gd name="textAreaBottom" fmla="*/ 396360 h 395640"/>
                <a:gd name="GluePoint1X" fmla="*/ 0 w 1104"/>
                <a:gd name="GluePoint1Y" fmla="*/ 552 h 1096"/>
                <a:gd name="GluePoint2X" fmla="*/ 0 w 1104"/>
                <a:gd name="GluePoint2Y" fmla="*/ 0 h 10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" name="Freihandform: Form 18"/>
            <p:cNvSpPr/>
            <p:nvPr/>
          </p:nvSpPr>
          <p:spPr>
            <a:xfrm>
              <a:off x="522720" y="384480"/>
              <a:ext cx="393480" cy="51192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1920"/>
                <a:gd name="textAreaBottom" fmla="*/ 512640 h 51192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Freihandform: Form 19"/>
            <p:cNvSpPr/>
            <p:nvPr/>
          </p:nvSpPr>
          <p:spPr>
            <a:xfrm>
              <a:off x="979200" y="384480"/>
              <a:ext cx="393480" cy="51192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1920"/>
                <a:gd name="textAreaBottom" fmla="*/ 512640 h 51192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3" name="PlaceHolder 3"/>
          <p:cNvSpPr>
            <a:spLocks noGrp="1"/>
          </p:cNvSpPr>
          <p:nvPr>
            <p:ph type="body"/>
          </p:nvPr>
        </p:nvSpPr>
        <p:spPr>
          <a:xfrm>
            <a:off x="3546000" y="1086840"/>
            <a:ext cx="5596920" cy="38206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zwei Bilder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ruppieren 6"/>
          <p:cNvGrpSpPr/>
          <p:nvPr/>
        </p:nvGrpSpPr>
        <p:grpSpPr>
          <a:xfrm>
            <a:off x="-5040" y="4944600"/>
            <a:ext cx="9147960" cy="196560"/>
            <a:chOff x="-5040" y="4944600"/>
            <a:chExt cx="9147960" cy="196560"/>
          </a:xfrm>
        </p:grpSpPr>
        <p:sp>
          <p:nvSpPr>
            <p:cNvPr id="225" name="bk object 18"/>
            <p:cNvSpPr/>
            <p:nvPr/>
          </p:nvSpPr>
          <p:spPr>
            <a:xfrm>
              <a:off x="-5040" y="4944600"/>
              <a:ext cx="483840" cy="19656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" name="bk object 18"/>
            <p:cNvSpPr/>
            <p:nvPr/>
          </p:nvSpPr>
          <p:spPr>
            <a:xfrm>
              <a:off x="522360" y="4944600"/>
              <a:ext cx="8620560" cy="19656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" name="Holder 3"/>
            <p:cNvSpPr/>
            <p:nvPr/>
          </p:nvSpPr>
          <p:spPr>
            <a:xfrm>
              <a:off x="8194680" y="4960080"/>
              <a:ext cx="44856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28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229" name="Grafik 9"/>
          <p:cNvGrpSpPr/>
          <p:nvPr/>
        </p:nvGrpSpPr>
        <p:grpSpPr>
          <a:xfrm>
            <a:off x="7741440" y="393480"/>
            <a:ext cx="1049040" cy="619200"/>
            <a:chOff x="7741440" y="393480"/>
            <a:chExt cx="1049040" cy="619200"/>
          </a:xfrm>
        </p:grpSpPr>
        <p:grpSp>
          <p:nvGrpSpPr>
            <p:cNvPr id="230" name="Grafik 9"/>
            <p:cNvGrpSpPr/>
            <p:nvPr/>
          </p:nvGrpSpPr>
          <p:grpSpPr>
            <a:xfrm>
              <a:off x="7741440" y="393480"/>
              <a:ext cx="883800" cy="430920"/>
              <a:chOff x="7741440" y="393480"/>
              <a:chExt cx="883800" cy="430920"/>
            </a:xfrm>
          </p:grpSpPr>
          <p:sp>
            <p:nvSpPr>
              <p:cNvPr id="231" name="Freihandform: Form 20"/>
              <p:cNvSpPr/>
              <p:nvPr/>
            </p:nvSpPr>
            <p:spPr>
              <a:xfrm>
                <a:off x="8358120" y="479880"/>
                <a:ext cx="267120" cy="26712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120"/>
                  <a:gd name="textAreaBottom" fmla="*/ 267840 h 26712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" name="Freihandform: Form 21"/>
              <p:cNvSpPr/>
              <p:nvPr/>
            </p:nvSpPr>
            <p:spPr>
              <a:xfrm>
                <a:off x="774144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" name="Freihandform: Form 22"/>
              <p:cNvSpPr/>
              <p:nvPr/>
            </p:nvSpPr>
            <p:spPr>
              <a:xfrm>
                <a:off x="805068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4" name="Freihandform: Form 23"/>
              <p:cNvSpPr/>
              <p:nvPr/>
            </p:nvSpPr>
            <p:spPr>
              <a:xfrm>
                <a:off x="784800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5" name="Freihandform: Form 24"/>
              <p:cNvSpPr/>
              <p:nvPr/>
            </p:nvSpPr>
            <p:spPr>
              <a:xfrm>
                <a:off x="795816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6" name="Freihandform: Form 25"/>
              <p:cNvSpPr/>
              <p:nvPr/>
            </p:nvSpPr>
            <p:spPr>
              <a:xfrm>
                <a:off x="821232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37" name="Freihandform: Form 26"/>
            <p:cNvSpPr/>
            <p:nvPr/>
          </p:nvSpPr>
          <p:spPr>
            <a:xfrm>
              <a:off x="774144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8" name="Freihandform: Form 27"/>
            <p:cNvSpPr/>
            <p:nvPr/>
          </p:nvSpPr>
          <p:spPr>
            <a:xfrm>
              <a:off x="779976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9" name="Freihandform: Form 28"/>
            <p:cNvSpPr/>
            <p:nvPr/>
          </p:nvSpPr>
          <p:spPr>
            <a:xfrm>
              <a:off x="784908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40" name="Grafik 9"/>
            <p:cNvGrpSpPr/>
            <p:nvPr/>
          </p:nvGrpSpPr>
          <p:grpSpPr>
            <a:xfrm>
              <a:off x="7872120" y="833040"/>
              <a:ext cx="74160" cy="40320"/>
              <a:chOff x="7872120" y="833040"/>
              <a:chExt cx="74160" cy="40320"/>
            </a:xfrm>
          </p:grpSpPr>
          <p:sp>
            <p:nvSpPr>
              <p:cNvPr id="241" name="Freihandform: Form 30"/>
              <p:cNvSpPr/>
              <p:nvPr/>
            </p:nvSpPr>
            <p:spPr>
              <a:xfrm>
                <a:off x="787212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2" name="Freihandform: Form 31"/>
              <p:cNvSpPr/>
              <p:nvPr/>
            </p:nvSpPr>
            <p:spPr>
              <a:xfrm>
                <a:off x="7922160" y="833040"/>
                <a:ext cx="24120" cy="4032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43" name="Freihandform: Form 32"/>
            <p:cNvSpPr/>
            <p:nvPr/>
          </p:nvSpPr>
          <p:spPr>
            <a:xfrm>
              <a:off x="795924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44" name="Grafik 9"/>
            <p:cNvGrpSpPr/>
            <p:nvPr/>
          </p:nvGrpSpPr>
          <p:grpSpPr>
            <a:xfrm>
              <a:off x="7979760" y="811080"/>
              <a:ext cx="78120" cy="64080"/>
              <a:chOff x="7979760" y="811080"/>
              <a:chExt cx="78120" cy="64080"/>
            </a:xfrm>
          </p:grpSpPr>
          <p:sp>
            <p:nvSpPr>
              <p:cNvPr id="245" name="Freihandform: Form 34"/>
              <p:cNvSpPr/>
              <p:nvPr/>
            </p:nvSpPr>
            <p:spPr>
              <a:xfrm>
                <a:off x="7979760" y="833040"/>
                <a:ext cx="33480" cy="421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6" name="Freihandform: Form 35"/>
              <p:cNvSpPr/>
              <p:nvPr/>
            </p:nvSpPr>
            <p:spPr>
              <a:xfrm>
                <a:off x="8024400" y="811080"/>
                <a:ext cx="33480" cy="619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1920"/>
                  <a:gd name="textAreaBottom" fmla="*/ 62640 h 6192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47" name="Freihandform: Form 36"/>
            <p:cNvSpPr/>
            <p:nvPr/>
          </p:nvSpPr>
          <p:spPr>
            <a:xfrm>
              <a:off x="810648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8" name="Freihandform: Form 37"/>
            <p:cNvSpPr/>
            <p:nvPr/>
          </p:nvSpPr>
          <p:spPr>
            <a:xfrm>
              <a:off x="816480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9" name="Freihandform: Form 38"/>
            <p:cNvSpPr/>
            <p:nvPr/>
          </p:nvSpPr>
          <p:spPr>
            <a:xfrm>
              <a:off x="821340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50" name="Grafik 9"/>
            <p:cNvGrpSpPr/>
            <p:nvPr/>
          </p:nvGrpSpPr>
          <p:grpSpPr>
            <a:xfrm>
              <a:off x="7741440" y="833040"/>
              <a:ext cx="1049040" cy="179640"/>
              <a:chOff x="7741440" y="833040"/>
              <a:chExt cx="1049040" cy="179640"/>
            </a:xfrm>
          </p:grpSpPr>
          <p:sp>
            <p:nvSpPr>
              <p:cNvPr id="251" name="Freihandform: Form 40"/>
              <p:cNvSpPr/>
              <p:nvPr/>
            </p:nvSpPr>
            <p:spPr>
              <a:xfrm>
                <a:off x="823644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2" name="Freihandform: Form 41"/>
              <p:cNvSpPr/>
              <p:nvPr/>
            </p:nvSpPr>
            <p:spPr>
              <a:xfrm>
                <a:off x="8284680" y="833040"/>
                <a:ext cx="35280" cy="4212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3" name="Freihandform: Form 42"/>
              <p:cNvSpPr/>
              <p:nvPr/>
            </p:nvSpPr>
            <p:spPr>
              <a:xfrm>
                <a:off x="7741440" y="91260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4" name="Freihandform: Form 43"/>
              <p:cNvSpPr/>
              <p:nvPr/>
            </p:nvSpPr>
            <p:spPr>
              <a:xfrm>
                <a:off x="8677440" y="91404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55" name="Freihandform: Form 44" hidden="1"/>
          <p:cNvSpPr/>
          <p:nvPr/>
        </p:nvSpPr>
        <p:spPr>
          <a:xfrm>
            <a:off x="-5040" y="407160"/>
            <a:ext cx="336240" cy="29340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400"/>
              <a:gd name="textAreaBottom" fmla="*/ 294120 h 29340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56" name="Gruppieren 30"/>
          <p:cNvGrpSpPr/>
          <p:nvPr/>
        </p:nvGrpSpPr>
        <p:grpSpPr>
          <a:xfrm>
            <a:off x="-5040" y="4944600"/>
            <a:ext cx="9147960" cy="196560"/>
            <a:chOff x="-5040" y="4944600"/>
            <a:chExt cx="9147960" cy="196560"/>
          </a:xfrm>
        </p:grpSpPr>
        <p:sp>
          <p:nvSpPr>
            <p:cNvPr id="257" name="bk object 18"/>
            <p:cNvSpPr/>
            <p:nvPr/>
          </p:nvSpPr>
          <p:spPr>
            <a:xfrm>
              <a:off x="-5040" y="4944600"/>
              <a:ext cx="483840" cy="19656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8" name="bk object 18"/>
            <p:cNvSpPr/>
            <p:nvPr/>
          </p:nvSpPr>
          <p:spPr>
            <a:xfrm>
              <a:off x="522360" y="4944600"/>
              <a:ext cx="8620560" cy="19656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9" name="Holder 3"/>
            <p:cNvSpPr/>
            <p:nvPr/>
          </p:nvSpPr>
          <p:spPr>
            <a:xfrm>
              <a:off x="8194680" y="4960080"/>
              <a:ext cx="448560" cy="1663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0" name="PlaceHolder 1"/>
          <p:cNvSpPr>
            <a:spLocks noGrp="1"/>
          </p:cNvSpPr>
          <p:nvPr>
            <p:ph type="dt" idx="6"/>
          </p:nvPr>
        </p:nvSpPr>
        <p:spPr>
          <a:xfrm>
            <a:off x="6564960" y="4455000"/>
            <a:ext cx="2056320" cy="272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 type="title"/>
          </p:nvPr>
        </p:nvSpPr>
        <p:spPr>
          <a:xfrm>
            <a:off x="526680" y="3813840"/>
            <a:ext cx="5772600" cy="5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262" name="Grafik 6"/>
          <p:cNvGrpSpPr/>
          <p:nvPr/>
        </p:nvGrpSpPr>
        <p:grpSpPr>
          <a:xfrm>
            <a:off x="522720" y="384480"/>
            <a:ext cx="1527120" cy="581760"/>
            <a:chOff x="522720" y="384480"/>
            <a:chExt cx="1527120" cy="581760"/>
          </a:xfrm>
        </p:grpSpPr>
        <p:sp>
          <p:nvSpPr>
            <p:cNvPr id="263" name="Freihandform: Form 17"/>
            <p:cNvSpPr/>
            <p:nvPr/>
          </p:nvSpPr>
          <p:spPr>
            <a:xfrm>
              <a:off x="1888920" y="824400"/>
              <a:ext cx="160920" cy="14184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141840"/>
                <a:gd name="textAreaBottom" fmla="*/ 142560 h 141840"/>
                <a:gd name="GluePoint1X" fmla="*/ 0 w 398"/>
                <a:gd name="GluePoint1Y" fmla="*/ 0 h 45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4" name="Freihandform: Form 19"/>
            <p:cNvSpPr/>
            <p:nvPr/>
          </p:nvSpPr>
          <p:spPr>
            <a:xfrm>
              <a:off x="1432440" y="511920"/>
              <a:ext cx="393480" cy="395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395640"/>
                <a:gd name="textAreaBottom" fmla="*/ 396360 h 395640"/>
                <a:gd name="GluePoint1X" fmla="*/ 0 w 1104"/>
                <a:gd name="GluePoint1Y" fmla="*/ 552 h 1096"/>
                <a:gd name="GluePoint2X" fmla="*/ 0 w 1104"/>
                <a:gd name="GluePoint2Y" fmla="*/ 0 h 10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5" name="Freihandform: Form 20"/>
            <p:cNvSpPr/>
            <p:nvPr/>
          </p:nvSpPr>
          <p:spPr>
            <a:xfrm>
              <a:off x="522720" y="384480"/>
              <a:ext cx="393480" cy="51192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1920"/>
                <a:gd name="textAreaBottom" fmla="*/ 512640 h 51192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6" name="Freihandform: Form 23"/>
            <p:cNvSpPr/>
            <p:nvPr/>
          </p:nvSpPr>
          <p:spPr>
            <a:xfrm>
              <a:off x="979200" y="384480"/>
              <a:ext cx="393480" cy="51192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1920"/>
                <a:gd name="textAreaBottom" fmla="*/ 512640 h 511920"/>
                <a:gd name="GluePoint1X" fmla="*/ 0 w 1427"/>
                <a:gd name="GluePoint1Y" fmla="*/ 0 h 1096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7" name="PlaceHolder 3"/>
          <p:cNvSpPr>
            <a:spLocks noGrp="1"/>
          </p:cNvSpPr>
          <p:nvPr>
            <p:ph type="body"/>
          </p:nvPr>
        </p:nvSpPr>
        <p:spPr>
          <a:xfrm>
            <a:off x="0" y="1420560"/>
            <a:ext cx="6677280" cy="23922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4"/>
          <p:cNvSpPr>
            <a:spLocks noGrp="1"/>
          </p:cNvSpPr>
          <p:nvPr>
            <p:ph type="body"/>
          </p:nvPr>
        </p:nvSpPr>
        <p:spPr>
          <a:xfrm>
            <a:off x="6741000" y="1420560"/>
            <a:ext cx="2401920" cy="23922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ruppieren 6"/>
          <p:cNvGrpSpPr/>
          <p:nvPr/>
        </p:nvGrpSpPr>
        <p:grpSpPr>
          <a:xfrm>
            <a:off x="-5040" y="4944600"/>
            <a:ext cx="9147960" cy="196560"/>
            <a:chOff x="-5040" y="4944600"/>
            <a:chExt cx="9147960" cy="196560"/>
          </a:xfrm>
        </p:grpSpPr>
        <p:sp>
          <p:nvSpPr>
            <p:cNvPr id="270" name="bk object 18"/>
            <p:cNvSpPr/>
            <p:nvPr/>
          </p:nvSpPr>
          <p:spPr>
            <a:xfrm>
              <a:off x="-5040" y="4944600"/>
              <a:ext cx="483840" cy="19656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1" name="bk object 18"/>
            <p:cNvSpPr/>
            <p:nvPr/>
          </p:nvSpPr>
          <p:spPr>
            <a:xfrm>
              <a:off x="522360" y="4944600"/>
              <a:ext cx="8620560" cy="19656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2" name="Holder 3"/>
            <p:cNvSpPr/>
            <p:nvPr/>
          </p:nvSpPr>
          <p:spPr>
            <a:xfrm>
              <a:off x="8194680" y="4960080"/>
              <a:ext cx="44856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73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274" name="Grafik 9"/>
          <p:cNvGrpSpPr/>
          <p:nvPr/>
        </p:nvGrpSpPr>
        <p:grpSpPr>
          <a:xfrm>
            <a:off x="7741440" y="393480"/>
            <a:ext cx="1049040" cy="619200"/>
            <a:chOff x="7741440" y="393480"/>
            <a:chExt cx="1049040" cy="619200"/>
          </a:xfrm>
        </p:grpSpPr>
        <p:grpSp>
          <p:nvGrpSpPr>
            <p:cNvPr id="275" name="Grafik 9"/>
            <p:cNvGrpSpPr/>
            <p:nvPr/>
          </p:nvGrpSpPr>
          <p:grpSpPr>
            <a:xfrm>
              <a:off x="7741440" y="393480"/>
              <a:ext cx="883800" cy="430920"/>
              <a:chOff x="7741440" y="393480"/>
              <a:chExt cx="883800" cy="430920"/>
            </a:xfrm>
          </p:grpSpPr>
          <p:sp>
            <p:nvSpPr>
              <p:cNvPr id="276" name="Freihandform: Form 20"/>
              <p:cNvSpPr/>
              <p:nvPr/>
            </p:nvSpPr>
            <p:spPr>
              <a:xfrm>
                <a:off x="8358120" y="479880"/>
                <a:ext cx="267120" cy="26712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120"/>
                  <a:gd name="textAreaBottom" fmla="*/ 267840 h 26712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7" name="Freihandform: Form 21"/>
              <p:cNvSpPr/>
              <p:nvPr/>
            </p:nvSpPr>
            <p:spPr>
              <a:xfrm>
                <a:off x="774144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8" name="Freihandform: Form 22"/>
              <p:cNvSpPr/>
              <p:nvPr/>
            </p:nvSpPr>
            <p:spPr>
              <a:xfrm>
                <a:off x="805068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9" name="Freihandform: Form 23"/>
              <p:cNvSpPr/>
              <p:nvPr/>
            </p:nvSpPr>
            <p:spPr>
              <a:xfrm>
                <a:off x="784800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0" name="Freihandform: Form 24"/>
              <p:cNvSpPr/>
              <p:nvPr/>
            </p:nvSpPr>
            <p:spPr>
              <a:xfrm>
                <a:off x="795816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1" name="Freihandform: Form 25"/>
              <p:cNvSpPr/>
              <p:nvPr/>
            </p:nvSpPr>
            <p:spPr>
              <a:xfrm>
                <a:off x="821232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82" name="Freihandform: Form 26"/>
            <p:cNvSpPr/>
            <p:nvPr/>
          </p:nvSpPr>
          <p:spPr>
            <a:xfrm>
              <a:off x="774144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3" name="Freihandform: Form 27"/>
            <p:cNvSpPr/>
            <p:nvPr/>
          </p:nvSpPr>
          <p:spPr>
            <a:xfrm>
              <a:off x="779976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4" name="Freihandform: Form 28"/>
            <p:cNvSpPr/>
            <p:nvPr/>
          </p:nvSpPr>
          <p:spPr>
            <a:xfrm>
              <a:off x="784908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5" name="Grafik 9"/>
            <p:cNvGrpSpPr/>
            <p:nvPr/>
          </p:nvGrpSpPr>
          <p:grpSpPr>
            <a:xfrm>
              <a:off x="7872120" y="833040"/>
              <a:ext cx="74160" cy="40320"/>
              <a:chOff x="7872120" y="833040"/>
              <a:chExt cx="74160" cy="40320"/>
            </a:xfrm>
          </p:grpSpPr>
          <p:sp>
            <p:nvSpPr>
              <p:cNvPr id="286" name="Freihandform: Form 30"/>
              <p:cNvSpPr/>
              <p:nvPr/>
            </p:nvSpPr>
            <p:spPr>
              <a:xfrm>
                <a:off x="787212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7" name="Freihandform: Form 31"/>
              <p:cNvSpPr/>
              <p:nvPr/>
            </p:nvSpPr>
            <p:spPr>
              <a:xfrm>
                <a:off x="7922160" y="833040"/>
                <a:ext cx="24120" cy="4032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88" name="Freihandform: Form 32"/>
            <p:cNvSpPr/>
            <p:nvPr/>
          </p:nvSpPr>
          <p:spPr>
            <a:xfrm>
              <a:off x="795924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9" name="Grafik 9"/>
            <p:cNvGrpSpPr/>
            <p:nvPr/>
          </p:nvGrpSpPr>
          <p:grpSpPr>
            <a:xfrm>
              <a:off x="7979760" y="811080"/>
              <a:ext cx="78120" cy="64080"/>
              <a:chOff x="7979760" y="811080"/>
              <a:chExt cx="78120" cy="64080"/>
            </a:xfrm>
          </p:grpSpPr>
          <p:sp>
            <p:nvSpPr>
              <p:cNvPr id="290" name="Freihandform: Form 34"/>
              <p:cNvSpPr/>
              <p:nvPr/>
            </p:nvSpPr>
            <p:spPr>
              <a:xfrm>
                <a:off x="7979760" y="833040"/>
                <a:ext cx="33480" cy="421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1" name="Freihandform: Form 35"/>
              <p:cNvSpPr/>
              <p:nvPr/>
            </p:nvSpPr>
            <p:spPr>
              <a:xfrm>
                <a:off x="8024400" y="811080"/>
                <a:ext cx="33480" cy="619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1920"/>
                  <a:gd name="textAreaBottom" fmla="*/ 62640 h 6192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92" name="Freihandform: Form 36"/>
            <p:cNvSpPr/>
            <p:nvPr/>
          </p:nvSpPr>
          <p:spPr>
            <a:xfrm>
              <a:off x="810648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3" name="Freihandform: Form 37"/>
            <p:cNvSpPr/>
            <p:nvPr/>
          </p:nvSpPr>
          <p:spPr>
            <a:xfrm>
              <a:off x="816480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4" name="Freihandform: Form 38"/>
            <p:cNvSpPr/>
            <p:nvPr/>
          </p:nvSpPr>
          <p:spPr>
            <a:xfrm>
              <a:off x="821340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95" name="Grafik 9"/>
            <p:cNvGrpSpPr/>
            <p:nvPr/>
          </p:nvGrpSpPr>
          <p:grpSpPr>
            <a:xfrm>
              <a:off x="7741440" y="833040"/>
              <a:ext cx="1049040" cy="179640"/>
              <a:chOff x="7741440" y="833040"/>
              <a:chExt cx="1049040" cy="179640"/>
            </a:xfrm>
          </p:grpSpPr>
          <p:sp>
            <p:nvSpPr>
              <p:cNvPr id="296" name="Freihandform: Form 40"/>
              <p:cNvSpPr/>
              <p:nvPr/>
            </p:nvSpPr>
            <p:spPr>
              <a:xfrm>
                <a:off x="823644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7" name="Freihandform: Form 41"/>
              <p:cNvSpPr/>
              <p:nvPr/>
            </p:nvSpPr>
            <p:spPr>
              <a:xfrm>
                <a:off x="8284680" y="833040"/>
                <a:ext cx="35280" cy="4212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8" name="Freihandform: Form 42"/>
              <p:cNvSpPr/>
              <p:nvPr/>
            </p:nvSpPr>
            <p:spPr>
              <a:xfrm>
                <a:off x="7741440" y="91260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9" name="Freihandform: Form 43"/>
              <p:cNvSpPr/>
              <p:nvPr/>
            </p:nvSpPr>
            <p:spPr>
              <a:xfrm>
                <a:off x="8677440" y="91404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00" name="Freihandform: Form 44"/>
          <p:cNvSpPr/>
          <p:nvPr/>
        </p:nvSpPr>
        <p:spPr>
          <a:xfrm>
            <a:off x="-5040" y="407160"/>
            <a:ext cx="336240" cy="29340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400"/>
              <a:gd name="textAreaBottom" fmla="*/ 294120 h 29340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526680" y="330120"/>
            <a:ext cx="682560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 type="ftr" idx="7"/>
          </p:nvPr>
        </p:nvSpPr>
        <p:spPr>
          <a:xfrm>
            <a:off x="628560" y="496944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8"/>
          </p:nvPr>
        </p:nvSpPr>
        <p:spPr>
          <a:xfrm>
            <a:off x="35640" y="496944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26FFF70D-9A5A-4FC7-A83A-3E5B247F8085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PlaceHolder 4"/>
          <p:cNvSpPr>
            <a:spLocks noGrp="1"/>
          </p:cNvSpPr>
          <p:nvPr>
            <p:ph type="body"/>
          </p:nvPr>
        </p:nvSpPr>
        <p:spPr>
          <a:xfrm>
            <a:off x="521640" y="1086840"/>
            <a:ext cx="8100000" cy="32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ur 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uppieren 6"/>
          <p:cNvGrpSpPr/>
          <p:nvPr/>
        </p:nvGrpSpPr>
        <p:grpSpPr>
          <a:xfrm>
            <a:off x="-5040" y="4944600"/>
            <a:ext cx="9147960" cy="196560"/>
            <a:chOff x="-5040" y="4944600"/>
            <a:chExt cx="9147960" cy="196560"/>
          </a:xfrm>
        </p:grpSpPr>
        <p:sp>
          <p:nvSpPr>
            <p:cNvPr id="306" name="bk object 18"/>
            <p:cNvSpPr/>
            <p:nvPr/>
          </p:nvSpPr>
          <p:spPr>
            <a:xfrm>
              <a:off x="-5040" y="4944600"/>
              <a:ext cx="483840" cy="19656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7" name="bk object 18"/>
            <p:cNvSpPr/>
            <p:nvPr/>
          </p:nvSpPr>
          <p:spPr>
            <a:xfrm>
              <a:off x="522360" y="4944600"/>
              <a:ext cx="8620560" cy="19656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8" name="Holder 3"/>
            <p:cNvSpPr/>
            <p:nvPr/>
          </p:nvSpPr>
          <p:spPr>
            <a:xfrm>
              <a:off x="8194680" y="4960080"/>
              <a:ext cx="44856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09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310" name="Grafik 9"/>
          <p:cNvGrpSpPr/>
          <p:nvPr/>
        </p:nvGrpSpPr>
        <p:grpSpPr>
          <a:xfrm>
            <a:off x="7741440" y="393480"/>
            <a:ext cx="1049040" cy="619200"/>
            <a:chOff x="7741440" y="393480"/>
            <a:chExt cx="1049040" cy="619200"/>
          </a:xfrm>
        </p:grpSpPr>
        <p:grpSp>
          <p:nvGrpSpPr>
            <p:cNvPr id="311" name="Grafik 9"/>
            <p:cNvGrpSpPr/>
            <p:nvPr/>
          </p:nvGrpSpPr>
          <p:grpSpPr>
            <a:xfrm>
              <a:off x="7741440" y="393480"/>
              <a:ext cx="883800" cy="430920"/>
              <a:chOff x="7741440" y="393480"/>
              <a:chExt cx="883800" cy="430920"/>
            </a:xfrm>
          </p:grpSpPr>
          <p:sp>
            <p:nvSpPr>
              <p:cNvPr id="312" name="Freihandform: Form 20"/>
              <p:cNvSpPr/>
              <p:nvPr/>
            </p:nvSpPr>
            <p:spPr>
              <a:xfrm>
                <a:off x="8358120" y="479880"/>
                <a:ext cx="267120" cy="26712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120"/>
                  <a:gd name="textAreaBottom" fmla="*/ 267840 h 26712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3" name="Freihandform: Form 21"/>
              <p:cNvSpPr/>
              <p:nvPr/>
            </p:nvSpPr>
            <p:spPr>
              <a:xfrm>
                <a:off x="774144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4" name="Freihandform: Form 22"/>
              <p:cNvSpPr/>
              <p:nvPr/>
            </p:nvSpPr>
            <p:spPr>
              <a:xfrm>
                <a:off x="805068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5" name="Freihandform: Form 23"/>
              <p:cNvSpPr/>
              <p:nvPr/>
            </p:nvSpPr>
            <p:spPr>
              <a:xfrm>
                <a:off x="784800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6" name="Freihandform: Form 24"/>
              <p:cNvSpPr/>
              <p:nvPr/>
            </p:nvSpPr>
            <p:spPr>
              <a:xfrm>
                <a:off x="795816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7" name="Freihandform: Form 25"/>
              <p:cNvSpPr/>
              <p:nvPr/>
            </p:nvSpPr>
            <p:spPr>
              <a:xfrm>
                <a:off x="821232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18" name="Freihandform: Form 26"/>
            <p:cNvSpPr/>
            <p:nvPr/>
          </p:nvSpPr>
          <p:spPr>
            <a:xfrm>
              <a:off x="774144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9" name="Freihandform: Form 27"/>
            <p:cNvSpPr/>
            <p:nvPr/>
          </p:nvSpPr>
          <p:spPr>
            <a:xfrm>
              <a:off x="779976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0" name="Freihandform: Form 28"/>
            <p:cNvSpPr/>
            <p:nvPr/>
          </p:nvSpPr>
          <p:spPr>
            <a:xfrm>
              <a:off x="784908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21" name="Grafik 9"/>
            <p:cNvGrpSpPr/>
            <p:nvPr/>
          </p:nvGrpSpPr>
          <p:grpSpPr>
            <a:xfrm>
              <a:off x="7872120" y="833040"/>
              <a:ext cx="74160" cy="40320"/>
              <a:chOff x="7872120" y="833040"/>
              <a:chExt cx="74160" cy="40320"/>
            </a:xfrm>
          </p:grpSpPr>
          <p:sp>
            <p:nvSpPr>
              <p:cNvPr id="322" name="Freihandform: Form 30"/>
              <p:cNvSpPr/>
              <p:nvPr/>
            </p:nvSpPr>
            <p:spPr>
              <a:xfrm>
                <a:off x="787212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3" name="Freihandform: Form 31"/>
              <p:cNvSpPr/>
              <p:nvPr/>
            </p:nvSpPr>
            <p:spPr>
              <a:xfrm>
                <a:off x="7922160" y="833040"/>
                <a:ext cx="24120" cy="4032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24" name="Freihandform: Form 32"/>
            <p:cNvSpPr/>
            <p:nvPr/>
          </p:nvSpPr>
          <p:spPr>
            <a:xfrm>
              <a:off x="795924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25" name="Grafik 9"/>
            <p:cNvGrpSpPr/>
            <p:nvPr/>
          </p:nvGrpSpPr>
          <p:grpSpPr>
            <a:xfrm>
              <a:off x="7979760" y="811080"/>
              <a:ext cx="78120" cy="64080"/>
              <a:chOff x="7979760" y="811080"/>
              <a:chExt cx="78120" cy="64080"/>
            </a:xfrm>
          </p:grpSpPr>
          <p:sp>
            <p:nvSpPr>
              <p:cNvPr id="326" name="Freihandform: Form 34"/>
              <p:cNvSpPr/>
              <p:nvPr/>
            </p:nvSpPr>
            <p:spPr>
              <a:xfrm>
                <a:off x="7979760" y="833040"/>
                <a:ext cx="33480" cy="421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7" name="Freihandform: Form 35"/>
              <p:cNvSpPr/>
              <p:nvPr/>
            </p:nvSpPr>
            <p:spPr>
              <a:xfrm>
                <a:off x="8024400" y="811080"/>
                <a:ext cx="33480" cy="619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1920"/>
                  <a:gd name="textAreaBottom" fmla="*/ 62640 h 6192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28" name="Freihandform: Form 36"/>
            <p:cNvSpPr/>
            <p:nvPr/>
          </p:nvSpPr>
          <p:spPr>
            <a:xfrm>
              <a:off x="810648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9" name="Freihandform: Form 37"/>
            <p:cNvSpPr/>
            <p:nvPr/>
          </p:nvSpPr>
          <p:spPr>
            <a:xfrm>
              <a:off x="816480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0" name="Freihandform: Form 38"/>
            <p:cNvSpPr/>
            <p:nvPr/>
          </p:nvSpPr>
          <p:spPr>
            <a:xfrm>
              <a:off x="821340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31" name="Grafik 9"/>
            <p:cNvGrpSpPr/>
            <p:nvPr/>
          </p:nvGrpSpPr>
          <p:grpSpPr>
            <a:xfrm>
              <a:off x="7741440" y="833040"/>
              <a:ext cx="1049040" cy="179640"/>
              <a:chOff x="7741440" y="833040"/>
              <a:chExt cx="1049040" cy="179640"/>
            </a:xfrm>
          </p:grpSpPr>
          <p:sp>
            <p:nvSpPr>
              <p:cNvPr id="332" name="Freihandform: Form 40"/>
              <p:cNvSpPr/>
              <p:nvPr/>
            </p:nvSpPr>
            <p:spPr>
              <a:xfrm>
                <a:off x="823644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3" name="Freihandform: Form 41"/>
              <p:cNvSpPr/>
              <p:nvPr/>
            </p:nvSpPr>
            <p:spPr>
              <a:xfrm>
                <a:off x="8284680" y="833040"/>
                <a:ext cx="35280" cy="4212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4" name="Freihandform: Form 42"/>
              <p:cNvSpPr/>
              <p:nvPr/>
            </p:nvSpPr>
            <p:spPr>
              <a:xfrm>
                <a:off x="7741440" y="91260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5" name="Freihandform: Form 43"/>
              <p:cNvSpPr/>
              <p:nvPr/>
            </p:nvSpPr>
            <p:spPr>
              <a:xfrm>
                <a:off x="8677440" y="91404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36" name="Freihandform: Form 44"/>
          <p:cNvSpPr/>
          <p:nvPr/>
        </p:nvSpPr>
        <p:spPr>
          <a:xfrm>
            <a:off x="-5040" y="407160"/>
            <a:ext cx="336240" cy="29340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400"/>
              <a:gd name="textAreaBottom" fmla="*/ 294120 h 29340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526680" y="330120"/>
            <a:ext cx="682560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 type="ftr" idx="9"/>
          </p:nvPr>
        </p:nvSpPr>
        <p:spPr>
          <a:xfrm>
            <a:off x="628560" y="496944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Num" idx="10"/>
          </p:nvPr>
        </p:nvSpPr>
        <p:spPr>
          <a:xfrm>
            <a:off x="35640" y="496944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8243C212-A109-4FE7-A302-86066D318BB7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PlaceHolder 4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  <a:endParaRPr lang="de-D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1" name="Gruppieren 6"/>
          <p:cNvGrpSpPr/>
          <p:nvPr/>
        </p:nvGrpSpPr>
        <p:grpSpPr>
          <a:xfrm>
            <a:off x="-5040" y="4944600"/>
            <a:ext cx="9147960" cy="196560"/>
            <a:chOff x="-5040" y="4944600"/>
            <a:chExt cx="9147960" cy="196560"/>
          </a:xfrm>
        </p:grpSpPr>
        <p:sp>
          <p:nvSpPr>
            <p:cNvPr id="342" name="bk object 18"/>
            <p:cNvSpPr/>
            <p:nvPr/>
          </p:nvSpPr>
          <p:spPr>
            <a:xfrm>
              <a:off x="-5040" y="4944600"/>
              <a:ext cx="483840" cy="19656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3" name="bk object 18"/>
            <p:cNvSpPr/>
            <p:nvPr/>
          </p:nvSpPr>
          <p:spPr>
            <a:xfrm>
              <a:off x="522360" y="4944600"/>
              <a:ext cx="8620560" cy="19656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4" name="Holder 3"/>
            <p:cNvSpPr/>
            <p:nvPr/>
          </p:nvSpPr>
          <p:spPr>
            <a:xfrm>
              <a:off x="8194680" y="4960080"/>
              <a:ext cx="44856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45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346" name="Grafik 9"/>
          <p:cNvGrpSpPr/>
          <p:nvPr/>
        </p:nvGrpSpPr>
        <p:grpSpPr>
          <a:xfrm>
            <a:off x="7741440" y="393480"/>
            <a:ext cx="1049040" cy="619200"/>
            <a:chOff x="7741440" y="393480"/>
            <a:chExt cx="1049040" cy="619200"/>
          </a:xfrm>
        </p:grpSpPr>
        <p:grpSp>
          <p:nvGrpSpPr>
            <p:cNvPr id="347" name="Grafik 9"/>
            <p:cNvGrpSpPr/>
            <p:nvPr/>
          </p:nvGrpSpPr>
          <p:grpSpPr>
            <a:xfrm>
              <a:off x="7741440" y="393480"/>
              <a:ext cx="883800" cy="430920"/>
              <a:chOff x="7741440" y="393480"/>
              <a:chExt cx="883800" cy="430920"/>
            </a:xfrm>
          </p:grpSpPr>
          <p:sp>
            <p:nvSpPr>
              <p:cNvPr id="348" name="Freihandform: Form 20"/>
              <p:cNvSpPr/>
              <p:nvPr/>
            </p:nvSpPr>
            <p:spPr>
              <a:xfrm>
                <a:off x="8358120" y="479880"/>
                <a:ext cx="267120" cy="26712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120"/>
                  <a:gd name="textAreaBottom" fmla="*/ 267840 h 26712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9" name="Freihandform: Form 21"/>
              <p:cNvSpPr/>
              <p:nvPr/>
            </p:nvSpPr>
            <p:spPr>
              <a:xfrm>
                <a:off x="774144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0" name="Freihandform: Form 22"/>
              <p:cNvSpPr/>
              <p:nvPr/>
            </p:nvSpPr>
            <p:spPr>
              <a:xfrm>
                <a:off x="805068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1" name="Freihandform: Form 23"/>
              <p:cNvSpPr/>
              <p:nvPr/>
            </p:nvSpPr>
            <p:spPr>
              <a:xfrm>
                <a:off x="784800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2" name="Freihandform: Form 24"/>
              <p:cNvSpPr/>
              <p:nvPr/>
            </p:nvSpPr>
            <p:spPr>
              <a:xfrm>
                <a:off x="795816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3" name="Freihandform: Form 25"/>
              <p:cNvSpPr/>
              <p:nvPr/>
            </p:nvSpPr>
            <p:spPr>
              <a:xfrm>
                <a:off x="821232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54" name="Freihandform: Form 26"/>
            <p:cNvSpPr/>
            <p:nvPr/>
          </p:nvSpPr>
          <p:spPr>
            <a:xfrm>
              <a:off x="774144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5" name="Freihandform: Form 27"/>
            <p:cNvSpPr/>
            <p:nvPr/>
          </p:nvSpPr>
          <p:spPr>
            <a:xfrm>
              <a:off x="779976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6" name="Freihandform: Form 28"/>
            <p:cNvSpPr/>
            <p:nvPr/>
          </p:nvSpPr>
          <p:spPr>
            <a:xfrm>
              <a:off x="784908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57" name="Grafik 9"/>
            <p:cNvGrpSpPr/>
            <p:nvPr/>
          </p:nvGrpSpPr>
          <p:grpSpPr>
            <a:xfrm>
              <a:off x="7872120" y="833040"/>
              <a:ext cx="74160" cy="40320"/>
              <a:chOff x="7872120" y="833040"/>
              <a:chExt cx="74160" cy="40320"/>
            </a:xfrm>
          </p:grpSpPr>
          <p:sp>
            <p:nvSpPr>
              <p:cNvPr id="358" name="Freihandform: Form 30"/>
              <p:cNvSpPr/>
              <p:nvPr/>
            </p:nvSpPr>
            <p:spPr>
              <a:xfrm>
                <a:off x="787212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9" name="Freihandform: Form 31"/>
              <p:cNvSpPr/>
              <p:nvPr/>
            </p:nvSpPr>
            <p:spPr>
              <a:xfrm>
                <a:off x="7922160" y="833040"/>
                <a:ext cx="24120" cy="4032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60" name="Freihandform: Form 32"/>
            <p:cNvSpPr/>
            <p:nvPr/>
          </p:nvSpPr>
          <p:spPr>
            <a:xfrm>
              <a:off x="795924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61" name="Grafik 9"/>
            <p:cNvGrpSpPr/>
            <p:nvPr/>
          </p:nvGrpSpPr>
          <p:grpSpPr>
            <a:xfrm>
              <a:off x="7979760" y="811080"/>
              <a:ext cx="78120" cy="64080"/>
              <a:chOff x="7979760" y="811080"/>
              <a:chExt cx="78120" cy="64080"/>
            </a:xfrm>
          </p:grpSpPr>
          <p:sp>
            <p:nvSpPr>
              <p:cNvPr id="362" name="Freihandform: Form 34"/>
              <p:cNvSpPr/>
              <p:nvPr/>
            </p:nvSpPr>
            <p:spPr>
              <a:xfrm>
                <a:off x="7979760" y="833040"/>
                <a:ext cx="33480" cy="421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3" name="Freihandform: Form 35"/>
              <p:cNvSpPr/>
              <p:nvPr/>
            </p:nvSpPr>
            <p:spPr>
              <a:xfrm>
                <a:off x="8024400" y="811080"/>
                <a:ext cx="33480" cy="619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1920"/>
                  <a:gd name="textAreaBottom" fmla="*/ 62640 h 6192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64" name="Freihandform: Form 36"/>
            <p:cNvSpPr/>
            <p:nvPr/>
          </p:nvSpPr>
          <p:spPr>
            <a:xfrm>
              <a:off x="810648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5" name="Freihandform: Form 37"/>
            <p:cNvSpPr/>
            <p:nvPr/>
          </p:nvSpPr>
          <p:spPr>
            <a:xfrm>
              <a:off x="816480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6" name="Freihandform: Form 38"/>
            <p:cNvSpPr/>
            <p:nvPr/>
          </p:nvSpPr>
          <p:spPr>
            <a:xfrm>
              <a:off x="821340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67" name="Grafik 9"/>
            <p:cNvGrpSpPr/>
            <p:nvPr/>
          </p:nvGrpSpPr>
          <p:grpSpPr>
            <a:xfrm>
              <a:off x="7741440" y="833040"/>
              <a:ext cx="1049040" cy="179640"/>
              <a:chOff x="7741440" y="833040"/>
              <a:chExt cx="1049040" cy="179640"/>
            </a:xfrm>
          </p:grpSpPr>
          <p:sp>
            <p:nvSpPr>
              <p:cNvPr id="368" name="Freihandform: Form 40"/>
              <p:cNvSpPr/>
              <p:nvPr/>
            </p:nvSpPr>
            <p:spPr>
              <a:xfrm>
                <a:off x="823644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9" name="Freihandform: Form 41"/>
              <p:cNvSpPr/>
              <p:nvPr/>
            </p:nvSpPr>
            <p:spPr>
              <a:xfrm>
                <a:off x="8284680" y="833040"/>
                <a:ext cx="35280" cy="4212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0" name="Freihandform: Form 42"/>
              <p:cNvSpPr/>
              <p:nvPr/>
            </p:nvSpPr>
            <p:spPr>
              <a:xfrm>
                <a:off x="7741440" y="91260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1" name="Freihandform: Form 43"/>
              <p:cNvSpPr/>
              <p:nvPr/>
            </p:nvSpPr>
            <p:spPr>
              <a:xfrm>
                <a:off x="8677440" y="91404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72" name="Freihandform: Form 44"/>
          <p:cNvSpPr/>
          <p:nvPr/>
        </p:nvSpPr>
        <p:spPr>
          <a:xfrm>
            <a:off x="-5040" y="407160"/>
            <a:ext cx="336240" cy="29340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400"/>
              <a:gd name="textAreaBottom" fmla="*/ 294120 h 29340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526680" y="330120"/>
            <a:ext cx="682560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74" name="PlaceHolder 2"/>
          <p:cNvSpPr>
            <a:spLocks noGrp="1"/>
          </p:cNvSpPr>
          <p:nvPr>
            <p:ph type="ftr" idx="11"/>
          </p:nvPr>
        </p:nvSpPr>
        <p:spPr>
          <a:xfrm>
            <a:off x="628560" y="496944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PlaceHolder 3"/>
          <p:cNvSpPr>
            <a:spLocks noGrp="1"/>
          </p:cNvSpPr>
          <p:nvPr>
            <p:ph type="sldNum" idx="12"/>
          </p:nvPr>
        </p:nvSpPr>
        <p:spPr>
          <a:xfrm>
            <a:off x="35640" y="496944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6281D542-A3A2-482A-9B94-58661F5415CC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PlaceHolder 4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  <a:endParaRPr lang="de-D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Untertitel, grosser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7" name="Gruppieren 6"/>
          <p:cNvGrpSpPr/>
          <p:nvPr/>
        </p:nvGrpSpPr>
        <p:grpSpPr>
          <a:xfrm>
            <a:off x="-5040" y="4944600"/>
            <a:ext cx="9147960" cy="196560"/>
            <a:chOff x="-5040" y="4944600"/>
            <a:chExt cx="9147960" cy="196560"/>
          </a:xfrm>
        </p:grpSpPr>
        <p:sp>
          <p:nvSpPr>
            <p:cNvPr id="378" name="bk object 18"/>
            <p:cNvSpPr/>
            <p:nvPr/>
          </p:nvSpPr>
          <p:spPr>
            <a:xfrm>
              <a:off x="-5040" y="4944600"/>
              <a:ext cx="483840" cy="19656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9" name="bk object 18"/>
            <p:cNvSpPr/>
            <p:nvPr/>
          </p:nvSpPr>
          <p:spPr>
            <a:xfrm>
              <a:off x="522360" y="4944600"/>
              <a:ext cx="8620560" cy="19656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0" name="Holder 3"/>
            <p:cNvSpPr/>
            <p:nvPr/>
          </p:nvSpPr>
          <p:spPr>
            <a:xfrm>
              <a:off x="8194680" y="4960080"/>
              <a:ext cx="44856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81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382" name="Grafik 9"/>
          <p:cNvGrpSpPr/>
          <p:nvPr/>
        </p:nvGrpSpPr>
        <p:grpSpPr>
          <a:xfrm>
            <a:off x="7741440" y="393480"/>
            <a:ext cx="1049040" cy="619200"/>
            <a:chOff x="7741440" y="393480"/>
            <a:chExt cx="1049040" cy="619200"/>
          </a:xfrm>
        </p:grpSpPr>
        <p:grpSp>
          <p:nvGrpSpPr>
            <p:cNvPr id="383" name="Grafik 9"/>
            <p:cNvGrpSpPr/>
            <p:nvPr/>
          </p:nvGrpSpPr>
          <p:grpSpPr>
            <a:xfrm>
              <a:off x="7741440" y="393480"/>
              <a:ext cx="883800" cy="430920"/>
              <a:chOff x="7741440" y="393480"/>
              <a:chExt cx="883800" cy="430920"/>
            </a:xfrm>
          </p:grpSpPr>
          <p:sp>
            <p:nvSpPr>
              <p:cNvPr id="384" name="Freihandform: Form 20"/>
              <p:cNvSpPr/>
              <p:nvPr/>
            </p:nvSpPr>
            <p:spPr>
              <a:xfrm>
                <a:off x="8358120" y="479880"/>
                <a:ext cx="267120" cy="26712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120"/>
                  <a:gd name="textAreaBottom" fmla="*/ 267840 h 26712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5" name="Freihandform: Form 21"/>
              <p:cNvSpPr/>
              <p:nvPr/>
            </p:nvSpPr>
            <p:spPr>
              <a:xfrm>
                <a:off x="774144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6" name="Freihandform: Form 22"/>
              <p:cNvSpPr/>
              <p:nvPr/>
            </p:nvSpPr>
            <p:spPr>
              <a:xfrm>
                <a:off x="805068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7" name="Freihandform: Form 23"/>
              <p:cNvSpPr/>
              <p:nvPr/>
            </p:nvSpPr>
            <p:spPr>
              <a:xfrm>
                <a:off x="784800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8" name="Freihandform: Form 24"/>
              <p:cNvSpPr/>
              <p:nvPr/>
            </p:nvSpPr>
            <p:spPr>
              <a:xfrm>
                <a:off x="795816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9" name="Freihandform: Form 25"/>
              <p:cNvSpPr/>
              <p:nvPr/>
            </p:nvSpPr>
            <p:spPr>
              <a:xfrm>
                <a:off x="821232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90" name="Freihandform: Form 26"/>
            <p:cNvSpPr/>
            <p:nvPr/>
          </p:nvSpPr>
          <p:spPr>
            <a:xfrm>
              <a:off x="774144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1" name="Freihandform: Form 27"/>
            <p:cNvSpPr/>
            <p:nvPr/>
          </p:nvSpPr>
          <p:spPr>
            <a:xfrm>
              <a:off x="779976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2" name="Freihandform: Form 28"/>
            <p:cNvSpPr/>
            <p:nvPr/>
          </p:nvSpPr>
          <p:spPr>
            <a:xfrm>
              <a:off x="784908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93" name="Grafik 9"/>
            <p:cNvGrpSpPr/>
            <p:nvPr/>
          </p:nvGrpSpPr>
          <p:grpSpPr>
            <a:xfrm>
              <a:off x="7872120" y="833040"/>
              <a:ext cx="74160" cy="40320"/>
              <a:chOff x="7872120" y="833040"/>
              <a:chExt cx="74160" cy="40320"/>
            </a:xfrm>
          </p:grpSpPr>
          <p:sp>
            <p:nvSpPr>
              <p:cNvPr id="394" name="Freihandform: Form 30"/>
              <p:cNvSpPr/>
              <p:nvPr/>
            </p:nvSpPr>
            <p:spPr>
              <a:xfrm>
                <a:off x="787212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5" name="Freihandform: Form 31"/>
              <p:cNvSpPr/>
              <p:nvPr/>
            </p:nvSpPr>
            <p:spPr>
              <a:xfrm>
                <a:off x="7922160" y="833040"/>
                <a:ext cx="24120" cy="4032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96" name="Freihandform: Form 32"/>
            <p:cNvSpPr/>
            <p:nvPr/>
          </p:nvSpPr>
          <p:spPr>
            <a:xfrm>
              <a:off x="795924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97" name="Grafik 9"/>
            <p:cNvGrpSpPr/>
            <p:nvPr/>
          </p:nvGrpSpPr>
          <p:grpSpPr>
            <a:xfrm>
              <a:off x="7979760" y="811080"/>
              <a:ext cx="78120" cy="64080"/>
              <a:chOff x="7979760" y="811080"/>
              <a:chExt cx="78120" cy="64080"/>
            </a:xfrm>
          </p:grpSpPr>
          <p:sp>
            <p:nvSpPr>
              <p:cNvPr id="398" name="Freihandform: Form 34"/>
              <p:cNvSpPr/>
              <p:nvPr/>
            </p:nvSpPr>
            <p:spPr>
              <a:xfrm>
                <a:off x="7979760" y="833040"/>
                <a:ext cx="33480" cy="421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9" name="Freihandform: Form 35"/>
              <p:cNvSpPr/>
              <p:nvPr/>
            </p:nvSpPr>
            <p:spPr>
              <a:xfrm>
                <a:off x="8024400" y="811080"/>
                <a:ext cx="33480" cy="619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1920"/>
                  <a:gd name="textAreaBottom" fmla="*/ 62640 h 6192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00" name="Freihandform: Form 36"/>
            <p:cNvSpPr/>
            <p:nvPr/>
          </p:nvSpPr>
          <p:spPr>
            <a:xfrm>
              <a:off x="810648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1" name="Freihandform: Form 37"/>
            <p:cNvSpPr/>
            <p:nvPr/>
          </p:nvSpPr>
          <p:spPr>
            <a:xfrm>
              <a:off x="816480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2" name="Freihandform: Form 38"/>
            <p:cNvSpPr/>
            <p:nvPr/>
          </p:nvSpPr>
          <p:spPr>
            <a:xfrm>
              <a:off x="821340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03" name="Grafik 9"/>
            <p:cNvGrpSpPr/>
            <p:nvPr/>
          </p:nvGrpSpPr>
          <p:grpSpPr>
            <a:xfrm>
              <a:off x="7741440" y="833040"/>
              <a:ext cx="1049040" cy="179640"/>
              <a:chOff x="7741440" y="833040"/>
              <a:chExt cx="1049040" cy="179640"/>
            </a:xfrm>
          </p:grpSpPr>
          <p:sp>
            <p:nvSpPr>
              <p:cNvPr id="404" name="Freihandform: Form 40"/>
              <p:cNvSpPr/>
              <p:nvPr/>
            </p:nvSpPr>
            <p:spPr>
              <a:xfrm>
                <a:off x="823644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5" name="Freihandform: Form 41"/>
              <p:cNvSpPr/>
              <p:nvPr/>
            </p:nvSpPr>
            <p:spPr>
              <a:xfrm>
                <a:off x="8284680" y="833040"/>
                <a:ext cx="35280" cy="4212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6" name="Freihandform: Form 42"/>
              <p:cNvSpPr/>
              <p:nvPr/>
            </p:nvSpPr>
            <p:spPr>
              <a:xfrm>
                <a:off x="7741440" y="91260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7" name="Freihandform: Form 43"/>
              <p:cNvSpPr/>
              <p:nvPr/>
            </p:nvSpPr>
            <p:spPr>
              <a:xfrm>
                <a:off x="8677440" y="91404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08" name="Freihandform: Form 44"/>
          <p:cNvSpPr/>
          <p:nvPr/>
        </p:nvSpPr>
        <p:spPr>
          <a:xfrm>
            <a:off x="-5040" y="407160"/>
            <a:ext cx="336240" cy="29340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400"/>
              <a:gd name="textAreaBottom" fmla="*/ 294120 h 29340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9" name="PlaceHolder 1"/>
          <p:cNvSpPr>
            <a:spLocks noGrp="1"/>
          </p:cNvSpPr>
          <p:nvPr>
            <p:ph type="title"/>
          </p:nvPr>
        </p:nvSpPr>
        <p:spPr>
          <a:xfrm>
            <a:off x="526680" y="330120"/>
            <a:ext cx="682560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10" name="PlaceHolder 2"/>
          <p:cNvSpPr>
            <a:spLocks noGrp="1"/>
          </p:cNvSpPr>
          <p:nvPr>
            <p:ph type="ftr" idx="13"/>
          </p:nvPr>
        </p:nvSpPr>
        <p:spPr>
          <a:xfrm>
            <a:off x="628560" y="496944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PlaceHolder 3"/>
          <p:cNvSpPr>
            <a:spLocks noGrp="1"/>
          </p:cNvSpPr>
          <p:nvPr>
            <p:ph type="sldNum" idx="14"/>
          </p:nvPr>
        </p:nvSpPr>
        <p:spPr>
          <a:xfrm>
            <a:off x="35640" y="496944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22F7DBFC-ED3D-46D2-9CC7-1449A5EF2D84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PlaceHolder 4"/>
          <p:cNvSpPr>
            <a:spLocks noGrp="1"/>
          </p:cNvSpPr>
          <p:nvPr>
            <p:ph type="body"/>
          </p:nvPr>
        </p:nvSpPr>
        <p:spPr>
          <a:xfrm>
            <a:off x="521640" y="1543680"/>
            <a:ext cx="8100000" cy="33066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2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3" name="PlaceHolder 5"/>
          <p:cNvSpPr>
            <a:spLocks noGrp="1"/>
          </p:cNvSpPr>
          <p:nvPr>
            <p:ph type="body"/>
          </p:nvPr>
        </p:nvSpPr>
        <p:spPr>
          <a:xfrm>
            <a:off x="521640" y="1086840"/>
            <a:ext cx="8100000" cy="32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24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4" name="Gruppieren 6"/>
          <p:cNvGrpSpPr/>
          <p:nvPr/>
        </p:nvGrpSpPr>
        <p:grpSpPr>
          <a:xfrm>
            <a:off x="-5040" y="4944600"/>
            <a:ext cx="9147960" cy="196560"/>
            <a:chOff x="-5040" y="4944600"/>
            <a:chExt cx="9147960" cy="196560"/>
          </a:xfrm>
        </p:grpSpPr>
        <p:sp>
          <p:nvSpPr>
            <p:cNvPr id="415" name="bk object 18"/>
            <p:cNvSpPr/>
            <p:nvPr/>
          </p:nvSpPr>
          <p:spPr>
            <a:xfrm>
              <a:off x="-5040" y="4944600"/>
              <a:ext cx="483840" cy="19656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6" name="bk object 18"/>
            <p:cNvSpPr/>
            <p:nvPr/>
          </p:nvSpPr>
          <p:spPr>
            <a:xfrm>
              <a:off x="522360" y="4944600"/>
              <a:ext cx="8620560" cy="19656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7" name="Holder 3"/>
            <p:cNvSpPr/>
            <p:nvPr/>
          </p:nvSpPr>
          <p:spPr>
            <a:xfrm>
              <a:off x="8194680" y="4960080"/>
              <a:ext cx="44856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418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419" name="Grafik 9"/>
          <p:cNvGrpSpPr/>
          <p:nvPr/>
        </p:nvGrpSpPr>
        <p:grpSpPr>
          <a:xfrm>
            <a:off x="7741440" y="393480"/>
            <a:ext cx="1049040" cy="619200"/>
            <a:chOff x="7741440" y="393480"/>
            <a:chExt cx="1049040" cy="619200"/>
          </a:xfrm>
        </p:grpSpPr>
        <p:grpSp>
          <p:nvGrpSpPr>
            <p:cNvPr id="420" name="Grafik 9"/>
            <p:cNvGrpSpPr/>
            <p:nvPr/>
          </p:nvGrpSpPr>
          <p:grpSpPr>
            <a:xfrm>
              <a:off x="7741440" y="393480"/>
              <a:ext cx="883800" cy="430920"/>
              <a:chOff x="7741440" y="393480"/>
              <a:chExt cx="883800" cy="430920"/>
            </a:xfrm>
          </p:grpSpPr>
          <p:sp>
            <p:nvSpPr>
              <p:cNvPr id="421" name="Freihandform: Form 20"/>
              <p:cNvSpPr/>
              <p:nvPr/>
            </p:nvSpPr>
            <p:spPr>
              <a:xfrm>
                <a:off x="8358120" y="479880"/>
                <a:ext cx="267120" cy="26712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120"/>
                  <a:gd name="textAreaBottom" fmla="*/ 267840 h 26712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2" name="Freihandform: Form 21"/>
              <p:cNvSpPr/>
              <p:nvPr/>
            </p:nvSpPr>
            <p:spPr>
              <a:xfrm>
                <a:off x="774144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3" name="Freihandform: Form 22"/>
              <p:cNvSpPr/>
              <p:nvPr/>
            </p:nvSpPr>
            <p:spPr>
              <a:xfrm>
                <a:off x="805068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4" name="Freihandform: Form 23"/>
              <p:cNvSpPr/>
              <p:nvPr/>
            </p:nvSpPr>
            <p:spPr>
              <a:xfrm>
                <a:off x="784800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5" name="Freihandform: Form 24"/>
              <p:cNvSpPr/>
              <p:nvPr/>
            </p:nvSpPr>
            <p:spPr>
              <a:xfrm>
                <a:off x="795816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6" name="Freihandform: Form 25"/>
              <p:cNvSpPr/>
              <p:nvPr/>
            </p:nvSpPr>
            <p:spPr>
              <a:xfrm>
                <a:off x="821232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27" name="Freihandform: Form 26"/>
            <p:cNvSpPr/>
            <p:nvPr/>
          </p:nvSpPr>
          <p:spPr>
            <a:xfrm>
              <a:off x="774144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8" name="Freihandform: Form 27"/>
            <p:cNvSpPr/>
            <p:nvPr/>
          </p:nvSpPr>
          <p:spPr>
            <a:xfrm>
              <a:off x="779976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9" name="Freihandform: Form 28"/>
            <p:cNvSpPr/>
            <p:nvPr/>
          </p:nvSpPr>
          <p:spPr>
            <a:xfrm>
              <a:off x="784908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30" name="Grafik 9"/>
            <p:cNvGrpSpPr/>
            <p:nvPr/>
          </p:nvGrpSpPr>
          <p:grpSpPr>
            <a:xfrm>
              <a:off x="7872120" y="833040"/>
              <a:ext cx="74160" cy="40320"/>
              <a:chOff x="7872120" y="833040"/>
              <a:chExt cx="74160" cy="40320"/>
            </a:xfrm>
          </p:grpSpPr>
          <p:sp>
            <p:nvSpPr>
              <p:cNvPr id="431" name="Freihandform: Form 30"/>
              <p:cNvSpPr/>
              <p:nvPr/>
            </p:nvSpPr>
            <p:spPr>
              <a:xfrm>
                <a:off x="787212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2" name="Freihandform: Form 31"/>
              <p:cNvSpPr/>
              <p:nvPr/>
            </p:nvSpPr>
            <p:spPr>
              <a:xfrm>
                <a:off x="7922160" y="833040"/>
                <a:ext cx="24120" cy="4032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33" name="Freihandform: Form 32"/>
            <p:cNvSpPr/>
            <p:nvPr/>
          </p:nvSpPr>
          <p:spPr>
            <a:xfrm>
              <a:off x="795924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34" name="Grafik 9"/>
            <p:cNvGrpSpPr/>
            <p:nvPr/>
          </p:nvGrpSpPr>
          <p:grpSpPr>
            <a:xfrm>
              <a:off x="7979760" y="811080"/>
              <a:ext cx="78120" cy="64080"/>
              <a:chOff x="7979760" y="811080"/>
              <a:chExt cx="78120" cy="64080"/>
            </a:xfrm>
          </p:grpSpPr>
          <p:sp>
            <p:nvSpPr>
              <p:cNvPr id="435" name="Freihandform: Form 34"/>
              <p:cNvSpPr/>
              <p:nvPr/>
            </p:nvSpPr>
            <p:spPr>
              <a:xfrm>
                <a:off x="7979760" y="833040"/>
                <a:ext cx="33480" cy="421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6" name="Freihandform: Form 35"/>
              <p:cNvSpPr/>
              <p:nvPr/>
            </p:nvSpPr>
            <p:spPr>
              <a:xfrm>
                <a:off x="8024400" y="811080"/>
                <a:ext cx="33480" cy="619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1920"/>
                  <a:gd name="textAreaBottom" fmla="*/ 62640 h 6192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37" name="Freihandform: Form 36"/>
            <p:cNvSpPr/>
            <p:nvPr/>
          </p:nvSpPr>
          <p:spPr>
            <a:xfrm>
              <a:off x="810648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8" name="Freihandform: Form 37"/>
            <p:cNvSpPr/>
            <p:nvPr/>
          </p:nvSpPr>
          <p:spPr>
            <a:xfrm>
              <a:off x="816480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9" name="Freihandform: Form 38"/>
            <p:cNvSpPr/>
            <p:nvPr/>
          </p:nvSpPr>
          <p:spPr>
            <a:xfrm>
              <a:off x="821340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40" name="Grafik 9"/>
            <p:cNvGrpSpPr/>
            <p:nvPr/>
          </p:nvGrpSpPr>
          <p:grpSpPr>
            <a:xfrm>
              <a:off x="7741440" y="833040"/>
              <a:ext cx="1049040" cy="179640"/>
              <a:chOff x="7741440" y="833040"/>
              <a:chExt cx="1049040" cy="179640"/>
            </a:xfrm>
          </p:grpSpPr>
          <p:sp>
            <p:nvSpPr>
              <p:cNvPr id="441" name="Freihandform: Form 40"/>
              <p:cNvSpPr/>
              <p:nvPr/>
            </p:nvSpPr>
            <p:spPr>
              <a:xfrm>
                <a:off x="823644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2" name="Freihandform: Form 41"/>
              <p:cNvSpPr/>
              <p:nvPr/>
            </p:nvSpPr>
            <p:spPr>
              <a:xfrm>
                <a:off x="8284680" y="833040"/>
                <a:ext cx="35280" cy="4212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3" name="Freihandform: Form 42"/>
              <p:cNvSpPr/>
              <p:nvPr/>
            </p:nvSpPr>
            <p:spPr>
              <a:xfrm>
                <a:off x="7741440" y="91260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4" name="Freihandform: Form 43"/>
              <p:cNvSpPr/>
              <p:nvPr/>
            </p:nvSpPr>
            <p:spPr>
              <a:xfrm>
                <a:off x="8677440" y="91404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45" name="Freihandform: Form 44"/>
          <p:cNvSpPr/>
          <p:nvPr/>
        </p:nvSpPr>
        <p:spPr>
          <a:xfrm>
            <a:off x="-5040" y="407160"/>
            <a:ext cx="336240" cy="29340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400"/>
              <a:gd name="textAreaBottom" fmla="*/ 294120 h 29340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6" name="PlaceHolder 1"/>
          <p:cNvSpPr>
            <a:spLocks noGrp="1"/>
          </p:cNvSpPr>
          <p:nvPr>
            <p:ph type="ftr" idx="15"/>
          </p:nvPr>
        </p:nvSpPr>
        <p:spPr>
          <a:xfrm>
            <a:off x="628560" y="496944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PlaceHolder 2"/>
          <p:cNvSpPr>
            <a:spLocks noGrp="1"/>
          </p:cNvSpPr>
          <p:nvPr>
            <p:ph type="sldNum" idx="16"/>
          </p:nvPr>
        </p:nvSpPr>
        <p:spPr>
          <a:xfrm>
            <a:off x="35640" y="496944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D951EAC3-558A-42A1-8532-E5157B895AE9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de-DE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Titeltextes durch Klicken bearbeiten</a:t>
            </a:r>
            <a:endParaRPr lang="de-DE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PlaceHolder 4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  <a:endParaRPr lang="de-D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iteltrenn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" name="Gruppieren 6"/>
          <p:cNvGrpSpPr/>
          <p:nvPr/>
        </p:nvGrpSpPr>
        <p:grpSpPr>
          <a:xfrm>
            <a:off x="-5040" y="4944600"/>
            <a:ext cx="9147960" cy="196560"/>
            <a:chOff x="-5040" y="4944600"/>
            <a:chExt cx="9147960" cy="196560"/>
          </a:xfrm>
        </p:grpSpPr>
        <p:sp>
          <p:nvSpPr>
            <p:cNvPr id="451" name="bk object 18"/>
            <p:cNvSpPr/>
            <p:nvPr/>
          </p:nvSpPr>
          <p:spPr>
            <a:xfrm>
              <a:off x="-5040" y="4944600"/>
              <a:ext cx="483840" cy="19656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2" name="bk object 18"/>
            <p:cNvSpPr/>
            <p:nvPr/>
          </p:nvSpPr>
          <p:spPr>
            <a:xfrm>
              <a:off x="522360" y="4944600"/>
              <a:ext cx="8620560" cy="19656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3" name="Holder 3"/>
            <p:cNvSpPr/>
            <p:nvPr/>
          </p:nvSpPr>
          <p:spPr>
            <a:xfrm>
              <a:off x="8194680" y="4960080"/>
              <a:ext cx="44856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454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455" name="Grafik 9"/>
          <p:cNvGrpSpPr/>
          <p:nvPr/>
        </p:nvGrpSpPr>
        <p:grpSpPr>
          <a:xfrm>
            <a:off x="7741440" y="393480"/>
            <a:ext cx="1049040" cy="619200"/>
            <a:chOff x="7741440" y="393480"/>
            <a:chExt cx="1049040" cy="619200"/>
          </a:xfrm>
        </p:grpSpPr>
        <p:grpSp>
          <p:nvGrpSpPr>
            <p:cNvPr id="456" name="Grafik 9"/>
            <p:cNvGrpSpPr/>
            <p:nvPr/>
          </p:nvGrpSpPr>
          <p:grpSpPr>
            <a:xfrm>
              <a:off x="7741440" y="393480"/>
              <a:ext cx="883800" cy="430920"/>
              <a:chOff x="7741440" y="393480"/>
              <a:chExt cx="883800" cy="430920"/>
            </a:xfrm>
          </p:grpSpPr>
          <p:sp>
            <p:nvSpPr>
              <p:cNvPr id="457" name="Freihandform: Form 20"/>
              <p:cNvSpPr/>
              <p:nvPr/>
            </p:nvSpPr>
            <p:spPr>
              <a:xfrm>
                <a:off x="8358120" y="479880"/>
                <a:ext cx="267120" cy="26712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120"/>
                  <a:gd name="textAreaBottom" fmla="*/ 267840 h 26712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8" name="Freihandform: Form 21"/>
              <p:cNvSpPr/>
              <p:nvPr/>
            </p:nvSpPr>
            <p:spPr>
              <a:xfrm>
                <a:off x="774144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9" name="Freihandform: Form 22"/>
              <p:cNvSpPr/>
              <p:nvPr/>
            </p:nvSpPr>
            <p:spPr>
              <a:xfrm>
                <a:off x="805068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0" name="Freihandform: Form 23"/>
              <p:cNvSpPr/>
              <p:nvPr/>
            </p:nvSpPr>
            <p:spPr>
              <a:xfrm>
                <a:off x="784800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1" name="Freihandform: Form 24"/>
              <p:cNvSpPr/>
              <p:nvPr/>
            </p:nvSpPr>
            <p:spPr>
              <a:xfrm>
                <a:off x="795816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2" name="Freihandform: Form 25"/>
              <p:cNvSpPr/>
              <p:nvPr/>
            </p:nvSpPr>
            <p:spPr>
              <a:xfrm>
                <a:off x="821232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63" name="Freihandform: Form 26"/>
            <p:cNvSpPr/>
            <p:nvPr/>
          </p:nvSpPr>
          <p:spPr>
            <a:xfrm>
              <a:off x="774144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4" name="Freihandform: Form 27"/>
            <p:cNvSpPr/>
            <p:nvPr/>
          </p:nvSpPr>
          <p:spPr>
            <a:xfrm>
              <a:off x="779976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5" name="Freihandform: Form 28"/>
            <p:cNvSpPr/>
            <p:nvPr/>
          </p:nvSpPr>
          <p:spPr>
            <a:xfrm>
              <a:off x="784908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66" name="Grafik 9"/>
            <p:cNvGrpSpPr/>
            <p:nvPr/>
          </p:nvGrpSpPr>
          <p:grpSpPr>
            <a:xfrm>
              <a:off x="7872120" y="833040"/>
              <a:ext cx="74160" cy="40320"/>
              <a:chOff x="7872120" y="833040"/>
              <a:chExt cx="74160" cy="40320"/>
            </a:xfrm>
          </p:grpSpPr>
          <p:sp>
            <p:nvSpPr>
              <p:cNvPr id="467" name="Freihandform: Form 30"/>
              <p:cNvSpPr/>
              <p:nvPr/>
            </p:nvSpPr>
            <p:spPr>
              <a:xfrm>
                <a:off x="787212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8" name="Freihandform: Form 31"/>
              <p:cNvSpPr/>
              <p:nvPr/>
            </p:nvSpPr>
            <p:spPr>
              <a:xfrm>
                <a:off x="7922160" y="833040"/>
                <a:ext cx="24120" cy="4032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69" name="Freihandform: Form 32"/>
            <p:cNvSpPr/>
            <p:nvPr/>
          </p:nvSpPr>
          <p:spPr>
            <a:xfrm>
              <a:off x="795924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70" name="Grafik 9"/>
            <p:cNvGrpSpPr/>
            <p:nvPr/>
          </p:nvGrpSpPr>
          <p:grpSpPr>
            <a:xfrm>
              <a:off x="7979760" y="811080"/>
              <a:ext cx="78120" cy="64080"/>
              <a:chOff x="7979760" y="811080"/>
              <a:chExt cx="78120" cy="64080"/>
            </a:xfrm>
          </p:grpSpPr>
          <p:sp>
            <p:nvSpPr>
              <p:cNvPr id="471" name="Freihandform: Form 34"/>
              <p:cNvSpPr/>
              <p:nvPr/>
            </p:nvSpPr>
            <p:spPr>
              <a:xfrm>
                <a:off x="7979760" y="833040"/>
                <a:ext cx="33480" cy="421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2" name="Freihandform: Form 35"/>
              <p:cNvSpPr/>
              <p:nvPr/>
            </p:nvSpPr>
            <p:spPr>
              <a:xfrm>
                <a:off x="8024400" y="811080"/>
                <a:ext cx="33480" cy="619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1920"/>
                  <a:gd name="textAreaBottom" fmla="*/ 62640 h 6192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73" name="Freihandform: Form 36"/>
            <p:cNvSpPr/>
            <p:nvPr/>
          </p:nvSpPr>
          <p:spPr>
            <a:xfrm>
              <a:off x="810648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4" name="Freihandform: Form 37"/>
            <p:cNvSpPr/>
            <p:nvPr/>
          </p:nvSpPr>
          <p:spPr>
            <a:xfrm>
              <a:off x="816480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5" name="Freihandform: Form 38"/>
            <p:cNvSpPr/>
            <p:nvPr/>
          </p:nvSpPr>
          <p:spPr>
            <a:xfrm>
              <a:off x="821340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76" name="Grafik 9"/>
            <p:cNvGrpSpPr/>
            <p:nvPr/>
          </p:nvGrpSpPr>
          <p:grpSpPr>
            <a:xfrm>
              <a:off x="7741440" y="833040"/>
              <a:ext cx="1049040" cy="179640"/>
              <a:chOff x="7741440" y="833040"/>
              <a:chExt cx="1049040" cy="179640"/>
            </a:xfrm>
          </p:grpSpPr>
          <p:sp>
            <p:nvSpPr>
              <p:cNvPr id="477" name="Freihandform: Form 40"/>
              <p:cNvSpPr/>
              <p:nvPr/>
            </p:nvSpPr>
            <p:spPr>
              <a:xfrm>
                <a:off x="823644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8" name="Freihandform: Form 41"/>
              <p:cNvSpPr/>
              <p:nvPr/>
            </p:nvSpPr>
            <p:spPr>
              <a:xfrm>
                <a:off x="8284680" y="833040"/>
                <a:ext cx="35280" cy="4212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9" name="Freihandform: Form 42"/>
              <p:cNvSpPr/>
              <p:nvPr/>
            </p:nvSpPr>
            <p:spPr>
              <a:xfrm>
                <a:off x="7741440" y="91260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0" name="Freihandform: Form 43"/>
              <p:cNvSpPr/>
              <p:nvPr/>
            </p:nvSpPr>
            <p:spPr>
              <a:xfrm>
                <a:off x="8677440" y="91404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81" name="Freihandform: Form 44" hidden="1"/>
          <p:cNvSpPr/>
          <p:nvPr/>
        </p:nvSpPr>
        <p:spPr>
          <a:xfrm>
            <a:off x="-5040" y="407160"/>
            <a:ext cx="336240" cy="29340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400"/>
              <a:gd name="textAreaBottom" fmla="*/ 294120 h 29340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482" name="Gruppieren 49"/>
          <p:cNvGrpSpPr/>
          <p:nvPr/>
        </p:nvGrpSpPr>
        <p:grpSpPr>
          <a:xfrm>
            <a:off x="-5040" y="4944600"/>
            <a:ext cx="9147960" cy="196560"/>
            <a:chOff x="-5040" y="4944600"/>
            <a:chExt cx="9147960" cy="196560"/>
          </a:xfrm>
        </p:grpSpPr>
        <p:sp>
          <p:nvSpPr>
            <p:cNvPr id="483" name="bk object 18"/>
            <p:cNvSpPr/>
            <p:nvPr/>
          </p:nvSpPr>
          <p:spPr>
            <a:xfrm>
              <a:off x="-5040" y="4944600"/>
              <a:ext cx="483840" cy="19656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4" name="bk object 18"/>
            <p:cNvSpPr/>
            <p:nvPr/>
          </p:nvSpPr>
          <p:spPr>
            <a:xfrm>
              <a:off x="522360" y="4944600"/>
              <a:ext cx="8620560" cy="19656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5" name="Holder 3"/>
            <p:cNvSpPr/>
            <p:nvPr/>
          </p:nvSpPr>
          <p:spPr>
            <a:xfrm>
              <a:off x="8194680" y="4960080"/>
              <a:ext cx="448560" cy="1663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86" name="PlaceHolder 1"/>
          <p:cNvSpPr>
            <a:spLocks noGrp="1"/>
          </p:cNvSpPr>
          <p:nvPr>
            <p:ph type="title"/>
          </p:nvPr>
        </p:nvSpPr>
        <p:spPr>
          <a:xfrm>
            <a:off x="3843000" y="3030480"/>
            <a:ext cx="4778640" cy="91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87" name="Grafik 11"/>
          <p:cNvSpPr/>
          <p:nvPr/>
        </p:nvSpPr>
        <p:spPr>
          <a:xfrm>
            <a:off x="0" y="0"/>
            <a:ext cx="3731040" cy="4908240"/>
          </a:xfrm>
          <a:custGeom>
            <a:avLst/>
            <a:gdLst>
              <a:gd name="textAreaLeft" fmla="*/ 0 w 3731040"/>
              <a:gd name="textAreaRight" fmla="*/ 3732120 w 3731040"/>
              <a:gd name="textAreaTop" fmla="*/ 0 h 4908240"/>
              <a:gd name="textAreaBottom" fmla="*/ 4908960 h 4908240"/>
              <a:gd name="GluePoint1X" fmla="*/ 0 w 13653"/>
              <a:gd name="GluePoint1Y" fmla="*/ 0 h 10367"/>
              <a:gd name="GluePoint2X" fmla="*/ 10367 w 13653"/>
              <a:gd name="GluePoint2Y" fmla="*/ 0 h 10367"/>
              <a:gd name="GluePoint3X" fmla="*/ 10367 w 13653"/>
              <a:gd name="GluePoint3Y" fmla="*/ 13653 h 10367"/>
              <a:gd name="GluePoint4X" fmla="*/ 0 w 13653"/>
              <a:gd name="GluePoint4Y" fmla="*/ 13653 h 1036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PlaceHolder 2"/>
          <p:cNvSpPr>
            <a:spLocks noGrp="1"/>
          </p:cNvSpPr>
          <p:nvPr>
            <p:ph type="ftr" idx="17"/>
          </p:nvPr>
        </p:nvSpPr>
        <p:spPr>
          <a:xfrm>
            <a:off x="628560" y="496944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PlaceHolder 3"/>
          <p:cNvSpPr>
            <a:spLocks noGrp="1"/>
          </p:cNvSpPr>
          <p:nvPr>
            <p:ph type="sldNum" idx="18"/>
          </p:nvPr>
        </p:nvSpPr>
        <p:spPr>
          <a:xfrm>
            <a:off x="35640" y="496944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DD647390-85FF-433D-A383-4B3A529DCC9E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490" name="Grafik 9"/>
          <p:cNvGrpSpPr/>
          <p:nvPr/>
        </p:nvGrpSpPr>
        <p:grpSpPr>
          <a:xfrm>
            <a:off x="7741440" y="393480"/>
            <a:ext cx="1049040" cy="619200"/>
            <a:chOff x="7741440" y="393480"/>
            <a:chExt cx="1049040" cy="619200"/>
          </a:xfrm>
        </p:grpSpPr>
        <p:grpSp>
          <p:nvGrpSpPr>
            <p:cNvPr id="491" name="Grafik 9"/>
            <p:cNvGrpSpPr/>
            <p:nvPr/>
          </p:nvGrpSpPr>
          <p:grpSpPr>
            <a:xfrm>
              <a:off x="7741440" y="393480"/>
              <a:ext cx="883800" cy="430920"/>
              <a:chOff x="7741440" y="393480"/>
              <a:chExt cx="883800" cy="430920"/>
            </a:xfrm>
          </p:grpSpPr>
          <p:sp>
            <p:nvSpPr>
              <p:cNvPr id="492" name="Freihandform: Form 65"/>
              <p:cNvSpPr/>
              <p:nvPr/>
            </p:nvSpPr>
            <p:spPr>
              <a:xfrm>
                <a:off x="8358120" y="479880"/>
                <a:ext cx="267120" cy="26712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120"/>
                  <a:gd name="textAreaBottom" fmla="*/ 267840 h 26712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3" name="Freihandform: Form 66"/>
              <p:cNvSpPr/>
              <p:nvPr/>
            </p:nvSpPr>
            <p:spPr>
              <a:xfrm>
                <a:off x="774144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4" name="Freihandform: Form 67"/>
              <p:cNvSpPr/>
              <p:nvPr/>
            </p:nvSpPr>
            <p:spPr>
              <a:xfrm>
                <a:off x="805068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5" name="Freihandform: Form 68"/>
              <p:cNvSpPr/>
              <p:nvPr/>
            </p:nvSpPr>
            <p:spPr>
              <a:xfrm>
                <a:off x="784800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6" name="Freihandform: Form 69"/>
              <p:cNvSpPr/>
              <p:nvPr/>
            </p:nvSpPr>
            <p:spPr>
              <a:xfrm>
                <a:off x="795816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7" name="Freihandform: Form 70"/>
              <p:cNvSpPr/>
              <p:nvPr/>
            </p:nvSpPr>
            <p:spPr>
              <a:xfrm>
                <a:off x="821232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98" name="Freihandform: Form 43"/>
            <p:cNvSpPr/>
            <p:nvPr/>
          </p:nvSpPr>
          <p:spPr>
            <a:xfrm>
              <a:off x="774144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9" name="Freihandform: Form 44"/>
            <p:cNvSpPr/>
            <p:nvPr/>
          </p:nvSpPr>
          <p:spPr>
            <a:xfrm>
              <a:off x="779976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0" name="Freihandform: Form 45"/>
            <p:cNvSpPr/>
            <p:nvPr/>
          </p:nvSpPr>
          <p:spPr>
            <a:xfrm>
              <a:off x="784908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01" name="Grafik 9"/>
            <p:cNvGrpSpPr/>
            <p:nvPr/>
          </p:nvGrpSpPr>
          <p:grpSpPr>
            <a:xfrm>
              <a:off x="7872120" y="833040"/>
              <a:ext cx="74160" cy="40320"/>
              <a:chOff x="7872120" y="833040"/>
              <a:chExt cx="74160" cy="40320"/>
            </a:xfrm>
          </p:grpSpPr>
          <p:sp>
            <p:nvSpPr>
              <p:cNvPr id="502" name="Freihandform: Form 63"/>
              <p:cNvSpPr/>
              <p:nvPr/>
            </p:nvSpPr>
            <p:spPr>
              <a:xfrm>
                <a:off x="787212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3" name="Freihandform: Form 64"/>
              <p:cNvSpPr/>
              <p:nvPr/>
            </p:nvSpPr>
            <p:spPr>
              <a:xfrm>
                <a:off x="7922160" y="833040"/>
                <a:ext cx="24120" cy="4032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04" name="Freihandform: Form 47"/>
            <p:cNvSpPr/>
            <p:nvPr/>
          </p:nvSpPr>
          <p:spPr>
            <a:xfrm>
              <a:off x="795924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05" name="Grafik 9"/>
            <p:cNvGrpSpPr/>
            <p:nvPr/>
          </p:nvGrpSpPr>
          <p:grpSpPr>
            <a:xfrm>
              <a:off x="7979760" y="811080"/>
              <a:ext cx="78120" cy="64080"/>
              <a:chOff x="7979760" y="811080"/>
              <a:chExt cx="78120" cy="64080"/>
            </a:xfrm>
          </p:grpSpPr>
          <p:sp>
            <p:nvSpPr>
              <p:cNvPr id="506" name="Freihandform: Form 61"/>
              <p:cNvSpPr/>
              <p:nvPr/>
            </p:nvSpPr>
            <p:spPr>
              <a:xfrm>
                <a:off x="7979760" y="833040"/>
                <a:ext cx="33480" cy="421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7" name="Freihandform: Form 62"/>
              <p:cNvSpPr/>
              <p:nvPr/>
            </p:nvSpPr>
            <p:spPr>
              <a:xfrm>
                <a:off x="8024400" y="811080"/>
                <a:ext cx="33480" cy="619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1920"/>
                  <a:gd name="textAreaBottom" fmla="*/ 62640 h 6192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08" name="Freihandform: Form 53"/>
            <p:cNvSpPr/>
            <p:nvPr/>
          </p:nvSpPr>
          <p:spPr>
            <a:xfrm>
              <a:off x="810648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9" name="Freihandform: Form 54"/>
            <p:cNvSpPr/>
            <p:nvPr/>
          </p:nvSpPr>
          <p:spPr>
            <a:xfrm>
              <a:off x="816480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0" name="Freihandform: Form 55"/>
            <p:cNvSpPr/>
            <p:nvPr/>
          </p:nvSpPr>
          <p:spPr>
            <a:xfrm>
              <a:off x="821340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11" name="Grafik 9"/>
            <p:cNvGrpSpPr/>
            <p:nvPr/>
          </p:nvGrpSpPr>
          <p:grpSpPr>
            <a:xfrm>
              <a:off x="7741440" y="833040"/>
              <a:ext cx="1049040" cy="179640"/>
              <a:chOff x="7741440" y="833040"/>
              <a:chExt cx="1049040" cy="179640"/>
            </a:xfrm>
          </p:grpSpPr>
          <p:sp>
            <p:nvSpPr>
              <p:cNvPr id="512" name="Freihandform: Form 57"/>
              <p:cNvSpPr/>
              <p:nvPr/>
            </p:nvSpPr>
            <p:spPr>
              <a:xfrm>
                <a:off x="823644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3" name="Freihandform: Form 58"/>
              <p:cNvSpPr/>
              <p:nvPr/>
            </p:nvSpPr>
            <p:spPr>
              <a:xfrm>
                <a:off x="8284680" y="833040"/>
                <a:ext cx="35280" cy="4212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4" name="Freihandform: Form 59"/>
              <p:cNvSpPr/>
              <p:nvPr/>
            </p:nvSpPr>
            <p:spPr>
              <a:xfrm>
                <a:off x="7741440" y="91260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5" name="Freihandform: Form 60"/>
              <p:cNvSpPr/>
              <p:nvPr/>
            </p:nvSpPr>
            <p:spPr>
              <a:xfrm>
                <a:off x="8677440" y="91404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16" name="PlaceHolder 4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  <a:endParaRPr lang="de-D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iteltrenn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7" name="Gruppieren 6"/>
          <p:cNvGrpSpPr/>
          <p:nvPr/>
        </p:nvGrpSpPr>
        <p:grpSpPr>
          <a:xfrm>
            <a:off x="-5040" y="4944600"/>
            <a:ext cx="9147960" cy="196560"/>
            <a:chOff x="-5040" y="4944600"/>
            <a:chExt cx="9147960" cy="196560"/>
          </a:xfrm>
        </p:grpSpPr>
        <p:sp>
          <p:nvSpPr>
            <p:cNvPr id="518" name="bk object 18"/>
            <p:cNvSpPr/>
            <p:nvPr/>
          </p:nvSpPr>
          <p:spPr>
            <a:xfrm>
              <a:off x="-5040" y="4944600"/>
              <a:ext cx="483840" cy="19656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9" name="bk object 18"/>
            <p:cNvSpPr/>
            <p:nvPr/>
          </p:nvSpPr>
          <p:spPr>
            <a:xfrm>
              <a:off x="522360" y="4944600"/>
              <a:ext cx="8620560" cy="19656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0" name="Holder 3"/>
            <p:cNvSpPr/>
            <p:nvPr/>
          </p:nvSpPr>
          <p:spPr>
            <a:xfrm>
              <a:off x="8194680" y="4960080"/>
              <a:ext cx="44856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21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522" name="Grafik 9"/>
          <p:cNvGrpSpPr/>
          <p:nvPr/>
        </p:nvGrpSpPr>
        <p:grpSpPr>
          <a:xfrm>
            <a:off x="7741440" y="393480"/>
            <a:ext cx="1049040" cy="619200"/>
            <a:chOff x="7741440" y="393480"/>
            <a:chExt cx="1049040" cy="619200"/>
          </a:xfrm>
        </p:grpSpPr>
        <p:grpSp>
          <p:nvGrpSpPr>
            <p:cNvPr id="523" name="Grafik 9"/>
            <p:cNvGrpSpPr/>
            <p:nvPr/>
          </p:nvGrpSpPr>
          <p:grpSpPr>
            <a:xfrm>
              <a:off x="7741440" y="393480"/>
              <a:ext cx="883800" cy="430920"/>
              <a:chOff x="7741440" y="393480"/>
              <a:chExt cx="883800" cy="430920"/>
            </a:xfrm>
          </p:grpSpPr>
          <p:sp>
            <p:nvSpPr>
              <p:cNvPr id="524" name="Freihandform: Form 20"/>
              <p:cNvSpPr/>
              <p:nvPr/>
            </p:nvSpPr>
            <p:spPr>
              <a:xfrm>
                <a:off x="8358120" y="479880"/>
                <a:ext cx="267120" cy="26712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120"/>
                  <a:gd name="textAreaBottom" fmla="*/ 267840 h 26712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5" name="Freihandform: Form 21"/>
              <p:cNvSpPr/>
              <p:nvPr/>
            </p:nvSpPr>
            <p:spPr>
              <a:xfrm>
                <a:off x="774144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6" name="Freihandform: Form 22"/>
              <p:cNvSpPr/>
              <p:nvPr/>
            </p:nvSpPr>
            <p:spPr>
              <a:xfrm>
                <a:off x="805068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7" name="Freihandform: Form 23"/>
              <p:cNvSpPr/>
              <p:nvPr/>
            </p:nvSpPr>
            <p:spPr>
              <a:xfrm>
                <a:off x="784800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8" name="Freihandform: Form 24"/>
              <p:cNvSpPr/>
              <p:nvPr/>
            </p:nvSpPr>
            <p:spPr>
              <a:xfrm>
                <a:off x="795816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9" name="Freihandform: Form 25"/>
              <p:cNvSpPr/>
              <p:nvPr/>
            </p:nvSpPr>
            <p:spPr>
              <a:xfrm>
                <a:off x="821232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30" name="Freihandform: Form 26"/>
            <p:cNvSpPr/>
            <p:nvPr/>
          </p:nvSpPr>
          <p:spPr>
            <a:xfrm>
              <a:off x="774144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1" name="Freihandform: Form 27"/>
            <p:cNvSpPr/>
            <p:nvPr/>
          </p:nvSpPr>
          <p:spPr>
            <a:xfrm>
              <a:off x="779976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2" name="Freihandform: Form 28"/>
            <p:cNvSpPr/>
            <p:nvPr/>
          </p:nvSpPr>
          <p:spPr>
            <a:xfrm>
              <a:off x="784908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33" name="Grafik 9"/>
            <p:cNvGrpSpPr/>
            <p:nvPr/>
          </p:nvGrpSpPr>
          <p:grpSpPr>
            <a:xfrm>
              <a:off x="7872120" y="833040"/>
              <a:ext cx="74160" cy="40320"/>
              <a:chOff x="7872120" y="833040"/>
              <a:chExt cx="74160" cy="40320"/>
            </a:xfrm>
          </p:grpSpPr>
          <p:sp>
            <p:nvSpPr>
              <p:cNvPr id="534" name="Freihandform: Form 30"/>
              <p:cNvSpPr/>
              <p:nvPr/>
            </p:nvSpPr>
            <p:spPr>
              <a:xfrm>
                <a:off x="787212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5" name="Freihandform: Form 31"/>
              <p:cNvSpPr/>
              <p:nvPr/>
            </p:nvSpPr>
            <p:spPr>
              <a:xfrm>
                <a:off x="7922160" y="833040"/>
                <a:ext cx="24120" cy="4032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36" name="Freihandform: Form 32"/>
            <p:cNvSpPr/>
            <p:nvPr/>
          </p:nvSpPr>
          <p:spPr>
            <a:xfrm>
              <a:off x="795924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37" name="Grafik 9"/>
            <p:cNvGrpSpPr/>
            <p:nvPr/>
          </p:nvGrpSpPr>
          <p:grpSpPr>
            <a:xfrm>
              <a:off x="7979760" y="811080"/>
              <a:ext cx="78120" cy="64080"/>
              <a:chOff x="7979760" y="811080"/>
              <a:chExt cx="78120" cy="64080"/>
            </a:xfrm>
          </p:grpSpPr>
          <p:sp>
            <p:nvSpPr>
              <p:cNvPr id="538" name="Freihandform: Form 34"/>
              <p:cNvSpPr/>
              <p:nvPr/>
            </p:nvSpPr>
            <p:spPr>
              <a:xfrm>
                <a:off x="7979760" y="833040"/>
                <a:ext cx="33480" cy="421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9" name="Freihandform: Form 35"/>
              <p:cNvSpPr/>
              <p:nvPr/>
            </p:nvSpPr>
            <p:spPr>
              <a:xfrm>
                <a:off x="8024400" y="811080"/>
                <a:ext cx="33480" cy="619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1920"/>
                  <a:gd name="textAreaBottom" fmla="*/ 62640 h 6192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40" name="Freihandform: Form 36"/>
            <p:cNvSpPr/>
            <p:nvPr/>
          </p:nvSpPr>
          <p:spPr>
            <a:xfrm>
              <a:off x="810648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1" name="Freihandform: Form 37"/>
            <p:cNvSpPr/>
            <p:nvPr/>
          </p:nvSpPr>
          <p:spPr>
            <a:xfrm>
              <a:off x="816480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2" name="Freihandform: Form 38"/>
            <p:cNvSpPr/>
            <p:nvPr/>
          </p:nvSpPr>
          <p:spPr>
            <a:xfrm>
              <a:off x="821340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43" name="Grafik 9"/>
            <p:cNvGrpSpPr/>
            <p:nvPr/>
          </p:nvGrpSpPr>
          <p:grpSpPr>
            <a:xfrm>
              <a:off x="7741440" y="833040"/>
              <a:ext cx="1049040" cy="179640"/>
              <a:chOff x="7741440" y="833040"/>
              <a:chExt cx="1049040" cy="179640"/>
            </a:xfrm>
          </p:grpSpPr>
          <p:sp>
            <p:nvSpPr>
              <p:cNvPr id="544" name="Freihandform: Form 40"/>
              <p:cNvSpPr/>
              <p:nvPr/>
            </p:nvSpPr>
            <p:spPr>
              <a:xfrm>
                <a:off x="823644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5" name="Freihandform: Form 41"/>
              <p:cNvSpPr/>
              <p:nvPr/>
            </p:nvSpPr>
            <p:spPr>
              <a:xfrm>
                <a:off x="8284680" y="833040"/>
                <a:ext cx="35280" cy="4212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6" name="Freihandform: Form 42"/>
              <p:cNvSpPr/>
              <p:nvPr/>
            </p:nvSpPr>
            <p:spPr>
              <a:xfrm>
                <a:off x="7741440" y="91260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7" name="Freihandform: Form 43"/>
              <p:cNvSpPr/>
              <p:nvPr/>
            </p:nvSpPr>
            <p:spPr>
              <a:xfrm>
                <a:off x="8677440" y="91404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48" name="Freihandform: Form 44" hidden="1"/>
          <p:cNvSpPr/>
          <p:nvPr/>
        </p:nvSpPr>
        <p:spPr>
          <a:xfrm>
            <a:off x="-5040" y="407160"/>
            <a:ext cx="336240" cy="29340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400"/>
              <a:gd name="textAreaBottom" fmla="*/ 294120 h 29340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549" name="Gruppieren 49"/>
          <p:cNvGrpSpPr/>
          <p:nvPr/>
        </p:nvGrpSpPr>
        <p:grpSpPr>
          <a:xfrm>
            <a:off x="-5040" y="4944600"/>
            <a:ext cx="9147960" cy="196560"/>
            <a:chOff x="-5040" y="4944600"/>
            <a:chExt cx="9147960" cy="196560"/>
          </a:xfrm>
        </p:grpSpPr>
        <p:sp>
          <p:nvSpPr>
            <p:cNvPr id="550" name="bk object 18"/>
            <p:cNvSpPr/>
            <p:nvPr/>
          </p:nvSpPr>
          <p:spPr>
            <a:xfrm>
              <a:off x="-5040" y="4944600"/>
              <a:ext cx="483840" cy="19656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1" name="bk object 18"/>
            <p:cNvSpPr/>
            <p:nvPr/>
          </p:nvSpPr>
          <p:spPr>
            <a:xfrm>
              <a:off x="522360" y="4944600"/>
              <a:ext cx="8620560" cy="19656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2" name="Holder 3"/>
            <p:cNvSpPr/>
            <p:nvPr/>
          </p:nvSpPr>
          <p:spPr>
            <a:xfrm>
              <a:off x="8194680" y="4960080"/>
              <a:ext cx="448560" cy="1663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53" name="PlaceHolder 1"/>
          <p:cNvSpPr>
            <a:spLocks noGrp="1"/>
          </p:cNvSpPr>
          <p:nvPr>
            <p:ph type="title"/>
          </p:nvPr>
        </p:nvSpPr>
        <p:spPr>
          <a:xfrm>
            <a:off x="3843000" y="3030480"/>
            <a:ext cx="4778640" cy="91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54" name="PlaceHolder 2"/>
          <p:cNvSpPr>
            <a:spLocks noGrp="1"/>
          </p:cNvSpPr>
          <p:nvPr>
            <p:ph type="ftr" idx="19"/>
          </p:nvPr>
        </p:nvSpPr>
        <p:spPr>
          <a:xfrm>
            <a:off x="628560" y="496944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PlaceHolder 3"/>
          <p:cNvSpPr>
            <a:spLocks noGrp="1"/>
          </p:cNvSpPr>
          <p:nvPr>
            <p:ph type="sldNum" idx="20"/>
          </p:nvPr>
        </p:nvSpPr>
        <p:spPr>
          <a:xfrm>
            <a:off x="35640" y="496944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BE860217-6F25-4726-B48A-885CE0C595CF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556" name="Grafik 9"/>
          <p:cNvGrpSpPr/>
          <p:nvPr/>
        </p:nvGrpSpPr>
        <p:grpSpPr>
          <a:xfrm>
            <a:off x="7741440" y="393480"/>
            <a:ext cx="1049040" cy="619200"/>
            <a:chOff x="7741440" y="393480"/>
            <a:chExt cx="1049040" cy="619200"/>
          </a:xfrm>
        </p:grpSpPr>
        <p:grpSp>
          <p:nvGrpSpPr>
            <p:cNvPr id="557" name="Grafik 9"/>
            <p:cNvGrpSpPr/>
            <p:nvPr/>
          </p:nvGrpSpPr>
          <p:grpSpPr>
            <a:xfrm>
              <a:off x="7741440" y="393480"/>
              <a:ext cx="883800" cy="430920"/>
              <a:chOff x="7741440" y="393480"/>
              <a:chExt cx="883800" cy="430920"/>
            </a:xfrm>
          </p:grpSpPr>
          <p:sp>
            <p:nvSpPr>
              <p:cNvPr id="558" name="Freihandform: Form 65"/>
              <p:cNvSpPr/>
              <p:nvPr/>
            </p:nvSpPr>
            <p:spPr>
              <a:xfrm>
                <a:off x="8358120" y="479880"/>
                <a:ext cx="267120" cy="26712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120"/>
                  <a:gd name="textAreaBottom" fmla="*/ 267840 h 26712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9" name="Freihandform: Form 66"/>
              <p:cNvSpPr/>
              <p:nvPr/>
            </p:nvSpPr>
            <p:spPr>
              <a:xfrm>
                <a:off x="774144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0" name="Freihandform: Form 67"/>
              <p:cNvSpPr/>
              <p:nvPr/>
            </p:nvSpPr>
            <p:spPr>
              <a:xfrm>
                <a:off x="805068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1" name="Freihandform: Form 68"/>
              <p:cNvSpPr/>
              <p:nvPr/>
            </p:nvSpPr>
            <p:spPr>
              <a:xfrm>
                <a:off x="784800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2" name="Freihandform: Form 69"/>
              <p:cNvSpPr/>
              <p:nvPr/>
            </p:nvSpPr>
            <p:spPr>
              <a:xfrm>
                <a:off x="795816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3" name="Freihandform: Form 70"/>
              <p:cNvSpPr/>
              <p:nvPr/>
            </p:nvSpPr>
            <p:spPr>
              <a:xfrm>
                <a:off x="821232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64" name="Freihandform: Form 43"/>
            <p:cNvSpPr/>
            <p:nvPr/>
          </p:nvSpPr>
          <p:spPr>
            <a:xfrm>
              <a:off x="774144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5" name="Freihandform: Form 44"/>
            <p:cNvSpPr/>
            <p:nvPr/>
          </p:nvSpPr>
          <p:spPr>
            <a:xfrm>
              <a:off x="779976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6" name="Freihandform: Form 45"/>
            <p:cNvSpPr/>
            <p:nvPr/>
          </p:nvSpPr>
          <p:spPr>
            <a:xfrm>
              <a:off x="784908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67" name="Grafik 9"/>
            <p:cNvGrpSpPr/>
            <p:nvPr/>
          </p:nvGrpSpPr>
          <p:grpSpPr>
            <a:xfrm>
              <a:off x="7872120" y="833040"/>
              <a:ext cx="74160" cy="40320"/>
              <a:chOff x="7872120" y="833040"/>
              <a:chExt cx="74160" cy="40320"/>
            </a:xfrm>
          </p:grpSpPr>
          <p:sp>
            <p:nvSpPr>
              <p:cNvPr id="568" name="Freihandform: Form 63"/>
              <p:cNvSpPr/>
              <p:nvPr/>
            </p:nvSpPr>
            <p:spPr>
              <a:xfrm>
                <a:off x="787212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9" name="Freihandform: Form 64"/>
              <p:cNvSpPr/>
              <p:nvPr/>
            </p:nvSpPr>
            <p:spPr>
              <a:xfrm>
                <a:off x="7922160" y="833040"/>
                <a:ext cx="24120" cy="4032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70" name="Freihandform: Form 47"/>
            <p:cNvSpPr/>
            <p:nvPr/>
          </p:nvSpPr>
          <p:spPr>
            <a:xfrm>
              <a:off x="795924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71" name="Grafik 9"/>
            <p:cNvGrpSpPr/>
            <p:nvPr/>
          </p:nvGrpSpPr>
          <p:grpSpPr>
            <a:xfrm>
              <a:off x="7979760" y="811080"/>
              <a:ext cx="78120" cy="64080"/>
              <a:chOff x="7979760" y="811080"/>
              <a:chExt cx="78120" cy="64080"/>
            </a:xfrm>
          </p:grpSpPr>
          <p:sp>
            <p:nvSpPr>
              <p:cNvPr id="572" name="Freihandform: Form 61"/>
              <p:cNvSpPr/>
              <p:nvPr/>
            </p:nvSpPr>
            <p:spPr>
              <a:xfrm>
                <a:off x="7979760" y="833040"/>
                <a:ext cx="33480" cy="421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3" name="Freihandform: Form 62"/>
              <p:cNvSpPr/>
              <p:nvPr/>
            </p:nvSpPr>
            <p:spPr>
              <a:xfrm>
                <a:off x="8024400" y="811080"/>
                <a:ext cx="33480" cy="619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1920"/>
                  <a:gd name="textAreaBottom" fmla="*/ 62640 h 6192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74" name="Freihandform: Form 53"/>
            <p:cNvSpPr/>
            <p:nvPr/>
          </p:nvSpPr>
          <p:spPr>
            <a:xfrm>
              <a:off x="810648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5" name="Freihandform: Form 54"/>
            <p:cNvSpPr/>
            <p:nvPr/>
          </p:nvSpPr>
          <p:spPr>
            <a:xfrm>
              <a:off x="816480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6" name="Freihandform: Form 55"/>
            <p:cNvSpPr/>
            <p:nvPr/>
          </p:nvSpPr>
          <p:spPr>
            <a:xfrm>
              <a:off x="821340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77" name="Grafik 9"/>
            <p:cNvGrpSpPr/>
            <p:nvPr/>
          </p:nvGrpSpPr>
          <p:grpSpPr>
            <a:xfrm>
              <a:off x="7741440" y="833040"/>
              <a:ext cx="1049040" cy="179640"/>
              <a:chOff x="7741440" y="833040"/>
              <a:chExt cx="1049040" cy="179640"/>
            </a:xfrm>
          </p:grpSpPr>
          <p:sp>
            <p:nvSpPr>
              <p:cNvPr id="578" name="Freihandform: Form 57"/>
              <p:cNvSpPr/>
              <p:nvPr/>
            </p:nvSpPr>
            <p:spPr>
              <a:xfrm>
                <a:off x="823644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9" name="Freihandform: Form 58"/>
              <p:cNvSpPr/>
              <p:nvPr/>
            </p:nvSpPr>
            <p:spPr>
              <a:xfrm>
                <a:off x="8284680" y="833040"/>
                <a:ext cx="35280" cy="4212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0" name="Freihandform: Form 59"/>
              <p:cNvSpPr/>
              <p:nvPr/>
            </p:nvSpPr>
            <p:spPr>
              <a:xfrm>
                <a:off x="7741440" y="91260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1" name="Freihandform: Form 60"/>
              <p:cNvSpPr/>
              <p:nvPr/>
            </p:nvSpPr>
            <p:spPr>
              <a:xfrm>
                <a:off x="8677440" y="91404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82" name="PlaceHolder 4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Zweite Gliederungsebene</a:t>
            </a:r>
            <a:endParaRPr lang="de-D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Dritte Gliederungsebene</a:t>
            </a:r>
            <a:endParaRPr lang="de-DE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Vierte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Fünfte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Sechste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Siebte Gliederungsebene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sverzeichnis 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3" name="Gruppieren 6"/>
          <p:cNvGrpSpPr/>
          <p:nvPr/>
        </p:nvGrpSpPr>
        <p:grpSpPr>
          <a:xfrm>
            <a:off x="-5040" y="4944600"/>
            <a:ext cx="9147960" cy="196560"/>
            <a:chOff x="-5040" y="4944600"/>
            <a:chExt cx="9147960" cy="196560"/>
          </a:xfrm>
        </p:grpSpPr>
        <p:sp>
          <p:nvSpPr>
            <p:cNvPr id="584" name="bk object 18"/>
            <p:cNvSpPr/>
            <p:nvPr/>
          </p:nvSpPr>
          <p:spPr>
            <a:xfrm>
              <a:off x="-5040" y="4944600"/>
              <a:ext cx="483840" cy="19656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5" name="bk object 18"/>
            <p:cNvSpPr/>
            <p:nvPr/>
          </p:nvSpPr>
          <p:spPr>
            <a:xfrm>
              <a:off x="522360" y="4944600"/>
              <a:ext cx="8620560" cy="19656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6" name="Holder 3"/>
            <p:cNvSpPr/>
            <p:nvPr/>
          </p:nvSpPr>
          <p:spPr>
            <a:xfrm>
              <a:off x="8194680" y="4960080"/>
              <a:ext cx="44856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87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588" name="Grafik 9"/>
          <p:cNvGrpSpPr/>
          <p:nvPr/>
        </p:nvGrpSpPr>
        <p:grpSpPr>
          <a:xfrm>
            <a:off x="7741440" y="393480"/>
            <a:ext cx="1049040" cy="619200"/>
            <a:chOff x="7741440" y="393480"/>
            <a:chExt cx="1049040" cy="619200"/>
          </a:xfrm>
        </p:grpSpPr>
        <p:grpSp>
          <p:nvGrpSpPr>
            <p:cNvPr id="589" name="Grafik 9"/>
            <p:cNvGrpSpPr/>
            <p:nvPr/>
          </p:nvGrpSpPr>
          <p:grpSpPr>
            <a:xfrm>
              <a:off x="7741440" y="393480"/>
              <a:ext cx="883800" cy="430920"/>
              <a:chOff x="7741440" y="393480"/>
              <a:chExt cx="883800" cy="430920"/>
            </a:xfrm>
          </p:grpSpPr>
          <p:sp>
            <p:nvSpPr>
              <p:cNvPr id="590" name="Freihandform: Form 20"/>
              <p:cNvSpPr/>
              <p:nvPr/>
            </p:nvSpPr>
            <p:spPr>
              <a:xfrm>
                <a:off x="8358120" y="479880"/>
                <a:ext cx="267120" cy="26712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120"/>
                  <a:gd name="textAreaBottom" fmla="*/ 267840 h 26712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1" name="Freihandform: Form 21"/>
              <p:cNvSpPr/>
              <p:nvPr/>
            </p:nvSpPr>
            <p:spPr>
              <a:xfrm>
                <a:off x="774144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2" name="Freihandform: Form 22"/>
              <p:cNvSpPr/>
              <p:nvPr/>
            </p:nvSpPr>
            <p:spPr>
              <a:xfrm>
                <a:off x="805068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3" name="Freihandform: Form 23"/>
              <p:cNvSpPr/>
              <p:nvPr/>
            </p:nvSpPr>
            <p:spPr>
              <a:xfrm>
                <a:off x="784800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4" name="Freihandform: Form 24"/>
              <p:cNvSpPr/>
              <p:nvPr/>
            </p:nvSpPr>
            <p:spPr>
              <a:xfrm>
                <a:off x="795816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5" name="Freihandform: Form 25"/>
              <p:cNvSpPr/>
              <p:nvPr/>
            </p:nvSpPr>
            <p:spPr>
              <a:xfrm>
                <a:off x="821232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96" name="Freihandform: Form 26"/>
            <p:cNvSpPr/>
            <p:nvPr/>
          </p:nvSpPr>
          <p:spPr>
            <a:xfrm>
              <a:off x="774144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7" name="Freihandform: Form 27"/>
            <p:cNvSpPr/>
            <p:nvPr/>
          </p:nvSpPr>
          <p:spPr>
            <a:xfrm>
              <a:off x="779976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8" name="Freihandform: Form 28"/>
            <p:cNvSpPr/>
            <p:nvPr/>
          </p:nvSpPr>
          <p:spPr>
            <a:xfrm>
              <a:off x="784908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99" name="Grafik 9"/>
            <p:cNvGrpSpPr/>
            <p:nvPr/>
          </p:nvGrpSpPr>
          <p:grpSpPr>
            <a:xfrm>
              <a:off x="7872120" y="833040"/>
              <a:ext cx="74160" cy="40320"/>
              <a:chOff x="7872120" y="833040"/>
              <a:chExt cx="74160" cy="40320"/>
            </a:xfrm>
          </p:grpSpPr>
          <p:sp>
            <p:nvSpPr>
              <p:cNvPr id="600" name="Freihandform: Form 30"/>
              <p:cNvSpPr/>
              <p:nvPr/>
            </p:nvSpPr>
            <p:spPr>
              <a:xfrm>
                <a:off x="787212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1" name="Freihandform: Form 31"/>
              <p:cNvSpPr/>
              <p:nvPr/>
            </p:nvSpPr>
            <p:spPr>
              <a:xfrm>
                <a:off x="7922160" y="833040"/>
                <a:ext cx="24120" cy="4032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2" name="Freihandform: Form 32"/>
            <p:cNvSpPr/>
            <p:nvPr/>
          </p:nvSpPr>
          <p:spPr>
            <a:xfrm>
              <a:off x="795924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03" name="Grafik 9"/>
            <p:cNvGrpSpPr/>
            <p:nvPr/>
          </p:nvGrpSpPr>
          <p:grpSpPr>
            <a:xfrm>
              <a:off x="7979760" y="811080"/>
              <a:ext cx="78120" cy="64080"/>
              <a:chOff x="7979760" y="811080"/>
              <a:chExt cx="78120" cy="64080"/>
            </a:xfrm>
          </p:grpSpPr>
          <p:sp>
            <p:nvSpPr>
              <p:cNvPr id="604" name="Freihandform: Form 34"/>
              <p:cNvSpPr/>
              <p:nvPr/>
            </p:nvSpPr>
            <p:spPr>
              <a:xfrm>
                <a:off x="7979760" y="833040"/>
                <a:ext cx="33480" cy="421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5" name="Freihandform: Form 35"/>
              <p:cNvSpPr/>
              <p:nvPr/>
            </p:nvSpPr>
            <p:spPr>
              <a:xfrm>
                <a:off x="8024400" y="811080"/>
                <a:ext cx="33480" cy="619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1920"/>
                  <a:gd name="textAreaBottom" fmla="*/ 62640 h 6192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6" name="Freihandform: Form 36"/>
            <p:cNvSpPr/>
            <p:nvPr/>
          </p:nvSpPr>
          <p:spPr>
            <a:xfrm>
              <a:off x="810648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7" name="Freihandform: Form 37"/>
            <p:cNvSpPr/>
            <p:nvPr/>
          </p:nvSpPr>
          <p:spPr>
            <a:xfrm>
              <a:off x="816480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8" name="Freihandform: Form 38"/>
            <p:cNvSpPr/>
            <p:nvPr/>
          </p:nvSpPr>
          <p:spPr>
            <a:xfrm>
              <a:off x="821340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09" name="Grafik 9"/>
            <p:cNvGrpSpPr/>
            <p:nvPr/>
          </p:nvGrpSpPr>
          <p:grpSpPr>
            <a:xfrm>
              <a:off x="7741440" y="833040"/>
              <a:ext cx="1049040" cy="179640"/>
              <a:chOff x="7741440" y="833040"/>
              <a:chExt cx="1049040" cy="179640"/>
            </a:xfrm>
          </p:grpSpPr>
          <p:sp>
            <p:nvSpPr>
              <p:cNvPr id="610" name="Freihandform: Form 40"/>
              <p:cNvSpPr/>
              <p:nvPr/>
            </p:nvSpPr>
            <p:spPr>
              <a:xfrm>
                <a:off x="823644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1" name="Freihandform: Form 41"/>
              <p:cNvSpPr/>
              <p:nvPr/>
            </p:nvSpPr>
            <p:spPr>
              <a:xfrm>
                <a:off x="8284680" y="833040"/>
                <a:ext cx="35280" cy="4212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2" name="Freihandform: Form 42"/>
              <p:cNvSpPr/>
              <p:nvPr/>
            </p:nvSpPr>
            <p:spPr>
              <a:xfrm>
                <a:off x="7741440" y="91260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3" name="Freihandform: Form 43"/>
              <p:cNvSpPr/>
              <p:nvPr/>
            </p:nvSpPr>
            <p:spPr>
              <a:xfrm>
                <a:off x="8677440" y="91404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14" name="Freihandform: Form 44"/>
          <p:cNvSpPr/>
          <p:nvPr/>
        </p:nvSpPr>
        <p:spPr>
          <a:xfrm>
            <a:off x="-5040" y="407160"/>
            <a:ext cx="336240" cy="29340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400"/>
              <a:gd name="textAreaBottom" fmla="*/ 294120 h 29340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15" name="PlaceHolder 1"/>
          <p:cNvSpPr>
            <a:spLocks noGrp="1"/>
          </p:cNvSpPr>
          <p:nvPr>
            <p:ph type="title"/>
          </p:nvPr>
        </p:nvSpPr>
        <p:spPr>
          <a:xfrm>
            <a:off x="526680" y="330120"/>
            <a:ext cx="682560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Inhaltsverzeichnis (Text bearbeiten)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16" name="PlaceHolder 2"/>
          <p:cNvSpPr>
            <a:spLocks noGrp="1"/>
          </p:cNvSpPr>
          <p:nvPr>
            <p:ph type="sldNum" idx="21"/>
          </p:nvPr>
        </p:nvSpPr>
        <p:spPr>
          <a:xfrm>
            <a:off x="35640" y="496944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9AE8AB8B-5F14-44DA-8885-D3E9CBEC4ABE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PlaceHolder 3"/>
          <p:cNvSpPr>
            <a:spLocks noGrp="1"/>
          </p:cNvSpPr>
          <p:nvPr>
            <p:ph type="ftr" idx="22"/>
          </p:nvPr>
        </p:nvSpPr>
        <p:spPr>
          <a:xfrm>
            <a:off x="628560" y="496944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PlaceHolder 4"/>
          <p:cNvSpPr>
            <a:spLocks noGrp="1"/>
          </p:cNvSpPr>
          <p:nvPr>
            <p:ph type="body"/>
          </p:nvPr>
        </p:nvSpPr>
        <p:spPr>
          <a:xfrm>
            <a:off x="5488200" y="1420560"/>
            <a:ext cx="3654720" cy="34869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19" name="PlaceHolder 5"/>
          <p:cNvSpPr>
            <a:spLocks noGrp="1"/>
          </p:cNvSpPr>
          <p:nvPr>
            <p:ph type="body"/>
          </p:nvPr>
        </p:nvSpPr>
        <p:spPr>
          <a:xfrm>
            <a:off x="521640" y="1420560"/>
            <a:ext cx="4585320" cy="34869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199"/>
              </a:spcBef>
              <a:buClr>
                <a:srgbClr val="006AB3"/>
              </a:buClr>
              <a:buFont typeface="Arial"/>
              <a:buAutoNum type="arabicPeriod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5200" indent="-295200" algn="l" defTabSz="914400">
              <a:lnSpc>
                <a:spcPct val="90000"/>
              </a:lnSpc>
              <a:spcBef>
                <a:spcPts val="1199"/>
              </a:spcBef>
              <a:buClr>
                <a:srgbClr val="006AB3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0" name="Gruppieren 6"/>
          <p:cNvGrpSpPr/>
          <p:nvPr/>
        </p:nvGrpSpPr>
        <p:grpSpPr>
          <a:xfrm>
            <a:off x="-5040" y="4944600"/>
            <a:ext cx="9147960" cy="196560"/>
            <a:chOff x="-5040" y="4944600"/>
            <a:chExt cx="9147960" cy="196560"/>
          </a:xfrm>
        </p:grpSpPr>
        <p:sp>
          <p:nvSpPr>
            <p:cNvPr id="621" name="bk object 18"/>
            <p:cNvSpPr/>
            <p:nvPr/>
          </p:nvSpPr>
          <p:spPr>
            <a:xfrm>
              <a:off x="-5040" y="4944600"/>
              <a:ext cx="483840" cy="19656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2" name="bk object 18"/>
            <p:cNvSpPr/>
            <p:nvPr/>
          </p:nvSpPr>
          <p:spPr>
            <a:xfrm>
              <a:off x="522360" y="4944600"/>
              <a:ext cx="8620560" cy="19656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3" name="Holder 3"/>
            <p:cNvSpPr/>
            <p:nvPr/>
          </p:nvSpPr>
          <p:spPr>
            <a:xfrm>
              <a:off x="8194680" y="4960080"/>
              <a:ext cx="44856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24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625" name="Grafik 9"/>
          <p:cNvGrpSpPr/>
          <p:nvPr/>
        </p:nvGrpSpPr>
        <p:grpSpPr>
          <a:xfrm>
            <a:off x="7741440" y="393480"/>
            <a:ext cx="1049040" cy="619200"/>
            <a:chOff x="7741440" y="393480"/>
            <a:chExt cx="1049040" cy="619200"/>
          </a:xfrm>
        </p:grpSpPr>
        <p:grpSp>
          <p:nvGrpSpPr>
            <p:cNvPr id="626" name="Grafik 9"/>
            <p:cNvGrpSpPr/>
            <p:nvPr/>
          </p:nvGrpSpPr>
          <p:grpSpPr>
            <a:xfrm>
              <a:off x="7741440" y="393480"/>
              <a:ext cx="883800" cy="430920"/>
              <a:chOff x="7741440" y="393480"/>
              <a:chExt cx="883800" cy="430920"/>
            </a:xfrm>
          </p:grpSpPr>
          <p:sp>
            <p:nvSpPr>
              <p:cNvPr id="627" name="Freihandform: Form 20"/>
              <p:cNvSpPr/>
              <p:nvPr/>
            </p:nvSpPr>
            <p:spPr>
              <a:xfrm>
                <a:off x="8358120" y="479880"/>
                <a:ext cx="267120" cy="26712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120"/>
                  <a:gd name="textAreaBottom" fmla="*/ 267840 h 26712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8" name="Freihandform: Form 21"/>
              <p:cNvSpPr/>
              <p:nvPr/>
            </p:nvSpPr>
            <p:spPr>
              <a:xfrm>
                <a:off x="774144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9" name="Freihandform: Form 22"/>
              <p:cNvSpPr/>
              <p:nvPr/>
            </p:nvSpPr>
            <p:spPr>
              <a:xfrm>
                <a:off x="805068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0" name="Freihandform: Form 23"/>
              <p:cNvSpPr/>
              <p:nvPr/>
            </p:nvSpPr>
            <p:spPr>
              <a:xfrm>
                <a:off x="784800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1" name="Freihandform: Form 24"/>
              <p:cNvSpPr/>
              <p:nvPr/>
            </p:nvSpPr>
            <p:spPr>
              <a:xfrm>
                <a:off x="795816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2" name="Freihandform: Form 25"/>
              <p:cNvSpPr/>
              <p:nvPr/>
            </p:nvSpPr>
            <p:spPr>
              <a:xfrm>
                <a:off x="821232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33" name="Freihandform: Form 26"/>
            <p:cNvSpPr/>
            <p:nvPr/>
          </p:nvSpPr>
          <p:spPr>
            <a:xfrm>
              <a:off x="774144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4" name="Freihandform: Form 27"/>
            <p:cNvSpPr/>
            <p:nvPr/>
          </p:nvSpPr>
          <p:spPr>
            <a:xfrm>
              <a:off x="779976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5" name="Freihandform: Form 28"/>
            <p:cNvSpPr/>
            <p:nvPr/>
          </p:nvSpPr>
          <p:spPr>
            <a:xfrm>
              <a:off x="784908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36" name="Grafik 9"/>
            <p:cNvGrpSpPr/>
            <p:nvPr/>
          </p:nvGrpSpPr>
          <p:grpSpPr>
            <a:xfrm>
              <a:off x="7872120" y="833040"/>
              <a:ext cx="74160" cy="40320"/>
              <a:chOff x="7872120" y="833040"/>
              <a:chExt cx="74160" cy="40320"/>
            </a:xfrm>
          </p:grpSpPr>
          <p:sp>
            <p:nvSpPr>
              <p:cNvPr id="637" name="Freihandform: Form 30"/>
              <p:cNvSpPr/>
              <p:nvPr/>
            </p:nvSpPr>
            <p:spPr>
              <a:xfrm>
                <a:off x="787212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8" name="Freihandform: Form 31"/>
              <p:cNvSpPr/>
              <p:nvPr/>
            </p:nvSpPr>
            <p:spPr>
              <a:xfrm>
                <a:off x="7922160" y="833040"/>
                <a:ext cx="24120" cy="4032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39" name="Freihandform: Form 32"/>
            <p:cNvSpPr/>
            <p:nvPr/>
          </p:nvSpPr>
          <p:spPr>
            <a:xfrm>
              <a:off x="795924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40" name="Grafik 9"/>
            <p:cNvGrpSpPr/>
            <p:nvPr/>
          </p:nvGrpSpPr>
          <p:grpSpPr>
            <a:xfrm>
              <a:off x="7979760" y="811080"/>
              <a:ext cx="78120" cy="64080"/>
              <a:chOff x="7979760" y="811080"/>
              <a:chExt cx="78120" cy="64080"/>
            </a:xfrm>
          </p:grpSpPr>
          <p:sp>
            <p:nvSpPr>
              <p:cNvPr id="641" name="Freihandform: Form 34"/>
              <p:cNvSpPr/>
              <p:nvPr/>
            </p:nvSpPr>
            <p:spPr>
              <a:xfrm>
                <a:off x="7979760" y="833040"/>
                <a:ext cx="33480" cy="421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2" name="Freihandform: Form 35"/>
              <p:cNvSpPr/>
              <p:nvPr/>
            </p:nvSpPr>
            <p:spPr>
              <a:xfrm>
                <a:off x="8024400" y="811080"/>
                <a:ext cx="33480" cy="619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1920"/>
                  <a:gd name="textAreaBottom" fmla="*/ 62640 h 6192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43" name="Freihandform: Form 36"/>
            <p:cNvSpPr/>
            <p:nvPr/>
          </p:nvSpPr>
          <p:spPr>
            <a:xfrm>
              <a:off x="810648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4" name="Freihandform: Form 37"/>
            <p:cNvSpPr/>
            <p:nvPr/>
          </p:nvSpPr>
          <p:spPr>
            <a:xfrm>
              <a:off x="816480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5" name="Freihandform: Form 38"/>
            <p:cNvSpPr/>
            <p:nvPr/>
          </p:nvSpPr>
          <p:spPr>
            <a:xfrm>
              <a:off x="821340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46" name="Grafik 9"/>
            <p:cNvGrpSpPr/>
            <p:nvPr/>
          </p:nvGrpSpPr>
          <p:grpSpPr>
            <a:xfrm>
              <a:off x="7741440" y="833040"/>
              <a:ext cx="1049040" cy="179640"/>
              <a:chOff x="7741440" y="833040"/>
              <a:chExt cx="1049040" cy="179640"/>
            </a:xfrm>
          </p:grpSpPr>
          <p:sp>
            <p:nvSpPr>
              <p:cNvPr id="647" name="Freihandform: Form 40"/>
              <p:cNvSpPr/>
              <p:nvPr/>
            </p:nvSpPr>
            <p:spPr>
              <a:xfrm>
                <a:off x="823644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8" name="Freihandform: Form 41"/>
              <p:cNvSpPr/>
              <p:nvPr/>
            </p:nvSpPr>
            <p:spPr>
              <a:xfrm>
                <a:off x="8284680" y="833040"/>
                <a:ext cx="35280" cy="4212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9" name="Freihandform: Form 42"/>
              <p:cNvSpPr/>
              <p:nvPr/>
            </p:nvSpPr>
            <p:spPr>
              <a:xfrm>
                <a:off x="7741440" y="91260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0" name="Freihandform: Form 43"/>
              <p:cNvSpPr/>
              <p:nvPr/>
            </p:nvSpPr>
            <p:spPr>
              <a:xfrm>
                <a:off x="8677440" y="91404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51" name="Freihandform: Form 44"/>
          <p:cNvSpPr/>
          <p:nvPr/>
        </p:nvSpPr>
        <p:spPr>
          <a:xfrm>
            <a:off x="-5040" y="407160"/>
            <a:ext cx="336240" cy="29340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400"/>
              <a:gd name="textAreaBottom" fmla="*/ 294120 h 29340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52" name="PlaceHolder 1"/>
          <p:cNvSpPr>
            <a:spLocks noGrp="1"/>
          </p:cNvSpPr>
          <p:nvPr>
            <p:ph type="title"/>
          </p:nvPr>
        </p:nvSpPr>
        <p:spPr>
          <a:xfrm>
            <a:off x="526680" y="330120"/>
            <a:ext cx="682560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53" name="PlaceHolder 2"/>
          <p:cNvSpPr>
            <a:spLocks noGrp="1"/>
          </p:cNvSpPr>
          <p:nvPr>
            <p:ph type="ftr" idx="23"/>
          </p:nvPr>
        </p:nvSpPr>
        <p:spPr>
          <a:xfrm>
            <a:off x="628560" y="496944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PlaceHolder 3"/>
          <p:cNvSpPr>
            <a:spLocks noGrp="1"/>
          </p:cNvSpPr>
          <p:nvPr>
            <p:ph type="sldNum" idx="24"/>
          </p:nvPr>
        </p:nvSpPr>
        <p:spPr>
          <a:xfrm>
            <a:off x="35640" y="496944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2ED4DDEF-4177-4754-9C10-400BDE61691A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PlaceHolder 4"/>
          <p:cNvSpPr>
            <a:spLocks noGrp="1"/>
          </p:cNvSpPr>
          <p:nvPr>
            <p:ph type="body"/>
          </p:nvPr>
        </p:nvSpPr>
        <p:spPr>
          <a:xfrm>
            <a:off x="521640" y="1205280"/>
            <a:ext cx="8095320" cy="37026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6" name="Gruppieren 6"/>
          <p:cNvGrpSpPr/>
          <p:nvPr/>
        </p:nvGrpSpPr>
        <p:grpSpPr>
          <a:xfrm>
            <a:off x="-5040" y="4944600"/>
            <a:ext cx="9147960" cy="196560"/>
            <a:chOff x="-5040" y="4944600"/>
            <a:chExt cx="9147960" cy="196560"/>
          </a:xfrm>
        </p:grpSpPr>
        <p:sp>
          <p:nvSpPr>
            <p:cNvPr id="657" name="bk object 18"/>
            <p:cNvSpPr/>
            <p:nvPr/>
          </p:nvSpPr>
          <p:spPr>
            <a:xfrm>
              <a:off x="-5040" y="4944600"/>
              <a:ext cx="483840" cy="19656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8" name="bk object 18"/>
            <p:cNvSpPr/>
            <p:nvPr/>
          </p:nvSpPr>
          <p:spPr>
            <a:xfrm>
              <a:off x="522360" y="4944600"/>
              <a:ext cx="8620560" cy="19656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9" name="Holder 3"/>
            <p:cNvSpPr/>
            <p:nvPr/>
          </p:nvSpPr>
          <p:spPr>
            <a:xfrm>
              <a:off x="8194680" y="4960080"/>
              <a:ext cx="44856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60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661" name="Grafik 9"/>
          <p:cNvGrpSpPr/>
          <p:nvPr/>
        </p:nvGrpSpPr>
        <p:grpSpPr>
          <a:xfrm>
            <a:off x="7741440" y="393480"/>
            <a:ext cx="1049040" cy="619200"/>
            <a:chOff x="7741440" y="393480"/>
            <a:chExt cx="1049040" cy="619200"/>
          </a:xfrm>
        </p:grpSpPr>
        <p:grpSp>
          <p:nvGrpSpPr>
            <p:cNvPr id="662" name="Grafik 9"/>
            <p:cNvGrpSpPr/>
            <p:nvPr/>
          </p:nvGrpSpPr>
          <p:grpSpPr>
            <a:xfrm>
              <a:off x="7741440" y="393480"/>
              <a:ext cx="883800" cy="430920"/>
              <a:chOff x="7741440" y="393480"/>
              <a:chExt cx="883800" cy="430920"/>
            </a:xfrm>
          </p:grpSpPr>
          <p:sp>
            <p:nvSpPr>
              <p:cNvPr id="663" name="Freihandform: Form 20"/>
              <p:cNvSpPr/>
              <p:nvPr/>
            </p:nvSpPr>
            <p:spPr>
              <a:xfrm>
                <a:off x="8358120" y="479880"/>
                <a:ext cx="267120" cy="26712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120"/>
                  <a:gd name="textAreaBottom" fmla="*/ 267840 h 26712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4" name="Freihandform: Form 21"/>
              <p:cNvSpPr/>
              <p:nvPr/>
            </p:nvSpPr>
            <p:spPr>
              <a:xfrm>
                <a:off x="774144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5" name="Freihandform: Form 22"/>
              <p:cNvSpPr/>
              <p:nvPr/>
            </p:nvSpPr>
            <p:spPr>
              <a:xfrm>
                <a:off x="805068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6" name="Freihandform: Form 23"/>
              <p:cNvSpPr/>
              <p:nvPr/>
            </p:nvSpPr>
            <p:spPr>
              <a:xfrm>
                <a:off x="784800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7" name="Freihandform: Form 24"/>
              <p:cNvSpPr/>
              <p:nvPr/>
            </p:nvSpPr>
            <p:spPr>
              <a:xfrm>
                <a:off x="795816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8" name="Freihandform: Form 25"/>
              <p:cNvSpPr/>
              <p:nvPr/>
            </p:nvSpPr>
            <p:spPr>
              <a:xfrm>
                <a:off x="821232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9" name="Freihandform: Form 26"/>
            <p:cNvSpPr/>
            <p:nvPr/>
          </p:nvSpPr>
          <p:spPr>
            <a:xfrm>
              <a:off x="774144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0" name="Freihandform: Form 27"/>
            <p:cNvSpPr/>
            <p:nvPr/>
          </p:nvSpPr>
          <p:spPr>
            <a:xfrm>
              <a:off x="779976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1" name="Freihandform: Form 28"/>
            <p:cNvSpPr/>
            <p:nvPr/>
          </p:nvSpPr>
          <p:spPr>
            <a:xfrm>
              <a:off x="784908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72" name="Grafik 9"/>
            <p:cNvGrpSpPr/>
            <p:nvPr/>
          </p:nvGrpSpPr>
          <p:grpSpPr>
            <a:xfrm>
              <a:off x="7872120" y="833040"/>
              <a:ext cx="74160" cy="40320"/>
              <a:chOff x="7872120" y="833040"/>
              <a:chExt cx="74160" cy="40320"/>
            </a:xfrm>
          </p:grpSpPr>
          <p:sp>
            <p:nvSpPr>
              <p:cNvPr id="673" name="Freihandform: Form 30"/>
              <p:cNvSpPr/>
              <p:nvPr/>
            </p:nvSpPr>
            <p:spPr>
              <a:xfrm>
                <a:off x="787212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4" name="Freihandform: Form 31"/>
              <p:cNvSpPr/>
              <p:nvPr/>
            </p:nvSpPr>
            <p:spPr>
              <a:xfrm>
                <a:off x="7922160" y="833040"/>
                <a:ext cx="24120" cy="4032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75" name="Freihandform: Form 32"/>
            <p:cNvSpPr/>
            <p:nvPr/>
          </p:nvSpPr>
          <p:spPr>
            <a:xfrm>
              <a:off x="795924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76" name="Grafik 9"/>
            <p:cNvGrpSpPr/>
            <p:nvPr/>
          </p:nvGrpSpPr>
          <p:grpSpPr>
            <a:xfrm>
              <a:off x="7979760" y="811080"/>
              <a:ext cx="78120" cy="64080"/>
              <a:chOff x="7979760" y="811080"/>
              <a:chExt cx="78120" cy="64080"/>
            </a:xfrm>
          </p:grpSpPr>
          <p:sp>
            <p:nvSpPr>
              <p:cNvPr id="677" name="Freihandform: Form 34"/>
              <p:cNvSpPr/>
              <p:nvPr/>
            </p:nvSpPr>
            <p:spPr>
              <a:xfrm>
                <a:off x="7979760" y="833040"/>
                <a:ext cx="33480" cy="421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8" name="Freihandform: Form 35"/>
              <p:cNvSpPr/>
              <p:nvPr/>
            </p:nvSpPr>
            <p:spPr>
              <a:xfrm>
                <a:off x="8024400" y="811080"/>
                <a:ext cx="33480" cy="619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1920"/>
                  <a:gd name="textAreaBottom" fmla="*/ 62640 h 6192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79" name="Freihandform: Form 36"/>
            <p:cNvSpPr/>
            <p:nvPr/>
          </p:nvSpPr>
          <p:spPr>
            <a:xfrm>
              <a:off x="810648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0" name="Freihandform: Form 37"/>
            <p:cNvSpPr/>
            <p:nvPr/>
          </p:nvSpPr>
          <p:spPr>
            <a:xfrm>
              <a:off x="816480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1" name="Freihandform: Form 38"/>
            <p:cNvSpPr/>
            <p:nvPr/>
          </p:nvSpPr>
          <p:spPr>
            <a:xfrm>
              <a:off x="821340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82" name="Grafik 9"/>
            <p:cNvGrpSpPr/>
            <p:nvPr/>
          </p:nvGrpSpPr>
          <p:grpSpPr>
            <a:xfrm>
              <a:off x="7741440" y="833040"/>
              <a:ext cx="1049040" cy="179640"/>
              <a:chOff x="7741440" y="833040"/>
              <a:chExt cx="1049040" cy="179640"/>
            </a:xfrm>
          </p:grpSpPr>
          <p:sp>
            <p:nvSpPr>
              <p:cNvPr id="683" name="Freihandform: Form 40"/>
              <p:cNvSpPr/>
              <p:nvPr/>
            </p:nvSpPr>
            <p:spPr>
              <a:xfrm>
                <a:off x="823644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4" name="Freihandform: Form 41"/>
              <p:cNvSpPr/>
              <p:nvPr/>
            </p:nvSpPr>
            <p:spPr>
              <a:xfrm>
                <a:off x="8284680" y="833040"/>
                <a:ext cx="35280" cy="4212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5" name="Freihandform: Form 42"/>
              <p:cNvSpPr/>
              <p:nvPr/>
            </p:nvSpPr>
            <p:spPr>
              <a:xfrm>
                <a:off x="7741440" y="91260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6" name="Freihandform: Form 43"/>
              <p:cNvSpPr/>
              <p:nvPr/>
            </p:nvSpPr>
            <p:spPr>
              <a:xfrm>
                <a:off x="8677440" y="91404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87" name="Freihandform: Form 44"/>
          <p:cNvSpPr/>
          <p:nvPr/>
        </p:nvSpPr>
        <p:spPr>
          <a:xfrm>
            <a:off x="-5040" y="407160"/>
            <a:ext cx="336240" cy="29340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400"/>
              <a:gd name="textAreaBottom" fmla="*/ 294120 h 29340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88" name="PlaceHolder 1"/>
          <p:cNvSpPr>
            <a:spLocks noGrp="1"/>
          </p:cNvSpPr>
          <p:nvPr>
            <p:ph type="title"/>
          </p:nvPr>
        </p:nvSpPr>
        <p:spPr>
          <a:xfrm>
            <a:off x="526680" y="330120"/>
            <a:ext cx="682560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89" name="PlaceHolder 2"/>
          <p:cNvSpPr>
            <a:spLocks noGrp="1"/>
          </p:cNvSpPr>
          <p:nvPr>
            <p:ph type="ftr" idx="25"/>
          </p:nvPr>
        </p:nvSpPr>
        <p:spPr>
          <a:xfrm>
            <a:off x="628560" y="496944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PlaceHolder 3"/>
          <p:cNvSpPr>
            <a:spLocks noGrp="1"/>
          </p:cNvSpPr>
          <p:nvPr>
            <p:ph type="sldNum" idx="26"/>
          </p:nvPr>
        </p:nvSpPr>
        <p:spPr>
          <a:xfrm>
            <a:off x="35640" y="496944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704C860F-09E1-418B-92DA-EDDEF8F4D22D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PlaceHolder 4"/>
          <p:cNvSpPr>
            <a:spLocks noGrp="1"/>
          </p:cNvSpPr>
          <p:nvPr>
            <p:ph type="body"/>
          </p:nvPr>
        </p:nvSpPr>
        <p:spPr>
          <a:xfrm>
            <a:off x="521640" y="1420560"/>
            <a:ext cx="8100000" cy="34869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92" name="PlaceHolder 5"/>
          <p:cNvSpPr>
            <a:spLocks noGrp="1"/>
          </p:cNvSpPr>
          <p:nvPr>
            <p:ph type="body"/>
          </p:nvPr>
        </p:nvSpPr>
        <p:spPr>
          <a:xfrm>
            <a:off x="521640" y="1086840"/>
            <a:ext cx="8100000" cy="32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Kopf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3" name="Gruppieren 6"/>
          <p:cNvGrpSpPr/>
          <p:nvPr/>
        </p:nvGrpSpPr>
        <p:grpSpPr>
          <a:xfrm>
            <a:off x="-5040" y="4944600"/>
            <a:ext cx="9147960" cy="196560"/>
            <a:chOff x="-5040" y="4944600"/>
            <a:chExt cx="9147960" cy="196560"/>
          </a:xfrm>
        </p:grpSpPr>
        <p:sp>
          <p:nvSpPr>
            <p:cNvPr id="694" name="bk object 18"/>
            <p:cNvSpPr/>
            <p:nvPr/>
          </p:nvSpPr>
          <p:spPr>
            <a:xfrm>
              <a:off x="-5040" y="4944600"/>
              <a:ext cx="483840" cy="19656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5" name="bk object 18"/>
            <p:cNvSpPr/>
            <p:nvPr/>
          </p:nvSpPr>
          <p:spPr>
            <a:xfrm>
              <a:off x="522360" y="4944600"/>
              <a:ext cx="8620560" cy="19656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6" name="Holder 3"/>
            <p:cNvSpPr/>
            <p:nvPr/>
          </p:nvSpPr>
          <p:spPr>
            <a:xfrm>
              <a:off x="8194680" y="4960080"/>
              <a:ext cx="44856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97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698" name="Grafik 9"/>
          <p:cNvGrpSpPr/>
          <p:nvPr/>
        </p:nvGrpSpPr>
        <p:grpSpPr>
          <a:xfrm>
            <a:off x="7741440" y="393480"/>
            <a:ext cx="1049040" cy="619200"/>
            <a:chOff x="7741440" y="393480"/>
            <a:chExt cx="1049040" cy="619200"/>
          </a:xfrm>
        </p:grpSpPr>
        <p:grpSp>
          <p:nvGrpSpPr>
            <p:cNvPr id="699" name="Grafik 9"/>
            <p:cNvGrpSpPr/>
            <p:nvPr/>
          </p:nvGrpSpPr>
          <p:grpSpPr>
            <a:xfrm>
              <a:off x="7741440" y="393480"/>
              <a:ext cx="883800" cy="430920"/>
              <a:chOff x="7741440" y="393480"/>
              <a:chExt cx="883800" cy="430920"/>
            </a:xfrm>
          </p:grpSpPr>
          <p:sp>
            <p:nvSpPr>
              <p:cNvPr id="700" name="Freihandform: Form 20"/>
              <p:cNvSpPr/>
              <p:nvPr/>
            </p:nvSpPr>
            <p:spPr>
              <a:xfrm>
                <a:off x="8358120" y="479880"/>
                <a:ext cx="267120" cy="26712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120"/>
                  <a:gd name="textAreaBottom" fmla="*/ 267840 h 26712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1" name="Freihandform: Form 21"/>
              <p:cNvSpPr/>
              <p:nvPr/>
            </p:nvSpPr>
            <p:spPr>
              <a:xfrm>
                <a:off x="774144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2" name="Freihandform: Form 22"/>
              <p:cNvSpPr/>
              <p:nvPr/>
            </p:nvSpPr>
            <p:spPr>
              <a:xfrm>
                <a:off x="805068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3" name="Freihandform: Form 23"/>
              <p:cNvSpPr/>
              <p:nvPr/>
            </p:nvSpPr>
            <p:spPr>
              <a:xfrm>
                <a:off x="784800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4" name="Freihandform: Form 24"/>
              <p:cNvSpPr/>
              <p:nvPr/>
            </p:nvSpPr>
            <p:spPr>
              <a:xfrm>
                <a:off x="795816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5" name="Freihandform: Form 25"/>
              <p:cNvSpPr/>
              <p:nvPr/>
            </p:nvSpPr>
            <p:spPr>
              <a:xfrm>
                <a:off x="821232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06" name="Freihandform: Form 26"/>
            <p:cNvSpPr/>
            <p:nvPr/>
          </p:nvSpPr>
          <p:spPr>
            <a:xfrm>
              <a:off x="774144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7" name="Freihandform: Form 27"/>
            <p:cNvSpPr/>
            <p:nvPr/>
          </p:nvSpPr>
          <p:spPr>
            <a:xfrm>
              <a:off x="779976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8" name="Freihandform: Form 28"/>
            <p:cNvSpPr/>
            <p:nvPr/>
          </p:nvSpPr>
          <p:spPr>
            <a:xfrm>
              <a:off x="784908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09" name="Grafik 9"/>
            <p:cNvGrpSpPr/>
            <p:nvPr/>
          </p:nvGrpSpPr>
          <p:grpSpPr>
            <a:xfrm>
              <a:off x="7872120" y="833040"/>
              <a:ext cx="74160" cy="40320"/>
              <a:chOff x="7872120" y="833040"/>
              <a:chExt cx="74160" cy="40320"/>
            </a:xfrm>
          </p:grpSpPr>
          <p:sp>
            <p:nvSpPr>
              <p:cNvPr id="710" name="Freihandform: Form 30"/>
              <p:cNvSpPr/>
              <p:nvPr/>
            </p:nvSpPr>
            <p:spPr>
              <a:xfrm>
                <a:off x="787212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1" name="Freihandform: Form 31"/>
              <p:cNvSpPr/>
              <p:nvPr/>
            </p:nvSpPr>
            <p:spPr>
              <a:xfrm>
                <a:off x="7922160" y="833040"/>
                <a:ext cx="24120" cy="4032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12" name="Freihandform: Form 32"/>
            <p:cNvSpPr/>
            <p:nvPr/>
          </p:nvSpPr>
          <p:spPr>
            <a:xfrm>
              <a:off x="795924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13" name="Grafik 9"/>
            <p:cNvGrpSpPr/>
            <p:nvPr/>
          </p:nvGrpSpPr>
          <p:grpSpPr>
            <a:xfrm>
              <a:off x="7979760" y="811080"/>
              <a:ext cx="78120" cy="64080"/>
              <a:chOff x="7979760" y="811080"/>
              <a:chExt cx="78120" cy="64080"/>
            </a:xfrm>
          </p:grpSpPr>
          <p:sp>
            <p:nvSpPr>
              <p:cNvPr id="714" name="Freihandform: Form 34"/>
              <p:cNvSpPr/>
              <p:nvPr/>
            </p:nvSpPr>
            <p:spPr>
              <a:xfrm>
                <a:off x="7979760" y="833040"/>
                <a:ext cx="33480" cy="421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5" name="Freihandform: Form 35"/>
              <p:cNvSpPr/>
              <p:nvPr/>
            </p:nvSpPr>
            <p:spPr>
              <a:xfrm>
                <a:off x="8024400" y="811080"/>
                <a:ext cx="33480" cy="619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1920"/>
                  <a:gd name="textAreaBottom" fmla="*/ 62640 h 6192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16" name="Freihandform: Form 36"/>
            <p:cNvSpPr/>
            <p:nvPr/>
          </p:nvSpPr>
          <p:spPr>
            <a:xfrm>
              <a:off x="810648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7" name="Freihandform: Form 37"/>
            <p:cNvSpPr/>
            <p:nvPr/>
          </p:nvSpPr>
          <p:spPr>
            <a:xfrm>
              <a:off x="816480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8" name="Freihandform: Form 38"/>
            <p:cNvSpPr/>
            <p:nvPr/>
          </p:nvSpPr>
          <p:spPr>
            <a:xfrm>
              <a:off x="821340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19" name="Grafik 9"/>
            <p:cNvGrpSpPr/>
            <p:nvPr/>
          </p:nvGrpSpPr>
          <p:grpSpPr>
            <a:xfrm>
              <a:off x="7741440" y="833040"/>
              <a:ext cx="1049040" cy="179640"/>
              <a:chOff x="7741440" y="833040"/>
              <a:chExt cx="1049040" cy="179640"/>
            </a:xfrm>
          </p:grpSpPr>
          <p:sp>
            <p:nvSpPr>
              <p:cNvPr id="720" name="Freihandform: Form 40"/>
              <p:cNvSpPr/>
              <p:nvPr/>
            </p:nvSpPr>
            <p:spPr>
              <a:xfrm>
                <a:off x="823644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1" name="Freihandform: Form 41"/>
              <p:cNvSpPr/>
              <p:nvPr/>
            </p:nvSpPr>
            <p:spPr>
              <a:xfrm>
                <a:off x="8284680" y="833040"/>
                <a:ext cx="35280" cy="4212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2" name="Freihandform: Form 42"/>
              <p:cNvSpPr/>
              <p:nvPr/>
            </p:nvSpPr>
            <p:spPr>
              <a:xfrm>
                <a:off x="7741440" y="91260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3" name="Freihandform: Form 43"/>
              <p:cNvSpPr/>
              <p:nvPr/>
            </p:nvSpPr>
            <p:spPr>
              <a:xfrm>
                <a:off x="8677440" y="91404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24" name="Freihandform: Form 44" hidden="1"/>
          <p:cNvSpPr/>
          <p:nvPr/>
        </p:nvSpPr>
        <p:spPr>
          <a:xfrm>
            <a:off x="-5040" y="407160"/>
            <a:ext cx="336240" cy="29340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400"/>
              <a:gd name="textAreaBottom" fmla="*/ 294120 h 29340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725" name="Gruppieren 52"/>
          <p:cNvGrpSpPr/>
          <p:nvPr/>
        </p:nvGrpSpPr>
        <p:grpSpPr>
          <a:xfrm>
            <a:off x="-5040" y="4944600"/>
            <a:ext cx="9147960" cy="196560"/>
            <a:chOff x="-5040" y="4944600"/>
            <a:chExt cx="9147960" cy="196560"/>
          </a:xfrm>
        </p:grpSpPr>
        <p:sp>
          <p:nvSpPr>
            <p:cNvPr id="726" name="bk object 18"/>
            <p:cNvSpPr/>
            <p:nvPr/>
          </p:nvSpPr>
          <p:spPr>
            <a:xfrm>
              <a:off x="-5040" y="4944600"/>
              <a:ext cx="483840" cy="19656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7" name="bk object 18"/>
            <p:cNvSpPr/>
            <p:nvPr/>
          </p:nvSpPr>
          <p:spPr>
            <a:xfrm>
              <a:off x="522360" y="4944600"/>
              <a:ext cx="8620560" cy="19656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8" name="Holder 3"/>
            <p:cNvSpPr/>
            <p:nvPr/>
          </p:nvSpPr>
          <p:spPr>
            <a:xfrm>
              <a:off x="8194680" y="4960080"/>
              <a:ext cx="44856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29" name="Grafik 9"/>
          <p:cNvGrpSpPr/>
          <p:nvPr/>
        </p:nvGrpSpPr>
        <p:grpSpPr>
          <a:xfrm>
            <a:off x="7741440" y="393480"/>
            <a:ext cx="1049040" cy="619200"/>
            <a:chOff x="7741440" y="393480"/>
            <a:chExt cx="1049040" cy="619200"/>
          </a:xfrm>
        </p:grpSpPr>
        <p:grpSp>
          <p:nvGrpSpPr>
            <p:cNvPr id="730" name="Grafik 9"/>
            <p:cNvGrpSpPr/>
            <p:nvPr/>
          </p:nvGrpSpPr>
          <p:grpSpPr>
            <a:xfrm>
              <a:off x="7741440" y="393480"/>
              <a:ext cx="883800" cy="430920"/>
              <a:chOff x="7741440" y="393480"/>
              <a:chExt cx="883800" cy="430920"/>
            </a:xfrm>
          </p:grpSpPr>
          <p:sp>
            <p:nvSpPr>
              <p:cNvPr id="731" name="Freihandform: Form 35"/>
              <p:cNvSpPr/>
              <p:nvPr/>
            </p:nvSpPr>
            <p:spPr>
              <a:xfrm>
                <a:off x="8358120" y="479880"/>
                <a:ext cx="267120" cy="26712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120"/>
                  <a:gd name="textAreaBottom" fmla="*/ 267840 h 26712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2" name="Freihandform: Form 36"/>
              <p:cNvSpPr/>
              <p:nvPr/>
            </p:nvSpPr>
            <p:spPr>
              <a:xfrm>
                <a:off x="774144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3" name="Freihandform: Form 37"/>
              <p:cNvSpPr/>
              <p:nvPr/>
            </p:nvSpPr>
            <p:spPr>
              <a:xfrm>
                <a:off x="805068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4" name="Freihandform: Form 38"/>
              <p:cNvSpPr/>
              <p:nvPr/>
            </p:nvSpPr>
            <p:spPr>
              <a:xfrm>
                <a:off x="784800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5" name="Freihandform: Form 39"/>
              <p:cNvSpPr/>
              <p:nvPr/>
            </p:nvSpPr>
            <p:spPr>
              <a:xfrm>
                <a:off x="795816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6" name="Freihandform: Form 40"/>
              <p:cNvSpPr/>
              <p:nvPr/>
            </p:nvSpPr>
            <p:spPr>
              <a:xfrm>
                <a:off x="821232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37" name="Freihandform: Form 17"/>
            <p:cNvSpPr/>
            <p:nvPr/>
          </p:nvSpPr>
          <p:spPr>
            <a:xfrm>
              <a:off x="774144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8" name="Freihandform: Form 18"/>
            <p:cNvSpPr/>
            <p:nvPr/>
          </p:nvSpPr>
          <p:spPr>
            <a:xfrm>
              <a:off x="779976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9" name="Freihandform: Form 19"/>
            <p:cNvSpPr/>
            <p:nvPr/>
          </p:nvSpPr>
          <p:spPr>
            <a:xfrm>
              <a:off x="784908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40" name="Grafik 9"/>
            <p:cNvGrpSpPr/>
            <p:nvPr/>
          </p:nvGrpSpPr>
          <p:grpSpPr>
            <a:xfrm>
              <a:off x="7872120" y="833040"/>
              <a:ext cx="74160" cy="40320"/>
              <a:chOff x="7872120" y="833040"/>
              <a:chExt cx="74160" cy="40320"/>
            </a:xfrm>
          </p:grpSpPr>
          <p:sp>
            <p:nvSpPr>
              <p:cNvPr id="741" name="Freihandform: Form 33"/>
              <p:cNvSpPr/>
              <p:nvPr/>
            </p:nvSpPr>
            <p:spPr>
              <a:xfrm>
                <a:off x="787212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2" name="Freihandform: Form 34"/>
              <p:cNvSpPr/>
              <p:nvPr/>
            </p:nvSpPr>
            <p:spPr>
              <a:xfrm>
                <a:off x="7922160" y="833040"/>
                <a:ext cx="24120" cy="4032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43" name="Freihandform: Form 21"/>
            <p:cNvSpPr/>
            <p:nvPr/>
          </p:nvSpPr>
          <p:spPr>
            <a:xfrm>
              <a:off x="795924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44" name="Grafik 9"/>
            <p:cNvGrpSpPr/>
            <p:nvPr/>
          </p:nvGrpSpPr>
          <p:grpSpPr>
            <a:xfrm>
              <a:off x="7979760" y="811080"/>
              <a:ext cx="78120" cy="64080"/>
              <a:chOff x="7979760" y="811080"/>
              <a:chExt cx="78120" cy="64080"/>
            </a:xfrm>
          </p:grpSpPr>
          <p:sp>
            <p:nvSpPr>
              <p:cNvPr id="745" name="Freihandform: Form 31"/>
              <p:cNvSpPr/>
              <p:nvPr/>
            </p:nvSpPr>
            <p:spPr>
              <a:xfrm>
                <a:off x="7979760" y="833040"/>
                <a:ext cx="33480" cy="421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6" name="Freihandform: Form 32"/>
              <p:cNvSpPr/>
              <p:nvPr/>
            </p:nvSpPr>
            <p:spPr>
              <a:xfrm>
                <a:off x="8024400" y="811080"/>
                <a:ext cx="33480" cy="619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1920"/>
                  <a:gd name="textAreaBottom" fmla="*/ 62640 h 6192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47" name="Freihandform: Form 23"/>
            <p:cNvSpPr/>
            <p:nvPr/>
          </p:nvSpPr>
          <p:spPr>
            <a:xfrm>
              <a:off x="810648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8" name="Freihandform: Form 24"/>
            <p:cNvSpPr/>
            <p:nvPr/>
          </p:nvSpPr>
          <p:spPr>
            <a:xfrm>
              <a:off x="816480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9" name="Freihandform: Form 25"/>
            <p:cNvSpPr/>
            <p:nvPr/>
          </p:nvSpPr>
          <p:spPr>
            <a:xfrm>
              <a:off x="821340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50" name="Grafik 9"/>
            <p:cNvGrpSpPr/>
            <p:nvPr/>
          </p:nvGrpSpPr>
          <p:grpSpPr>
            <a:xfrm>
              <a:off x="7741440" y="833040"/>
              <a:ext cx="1049040" cy="179640"/>
              <a:chOff x="7741440" y="833040"/>
              <a:chExt cx="1049040" cy="179640"/>
            </a:xfrm>
          </p:grpSpPr>
          <p:sp>
            <p:nvSpPr>
              <p:cNvPr id="751" name="Freihandform: Form 27"/>
              <p:cNvSpPr/>
              <p:nvPr/>
            </p:nvSpPr>
            <p:spPr>
              <a:xfrm>
                <a:off x="823644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2" name="Freihandform: Form 28"/>
              <p:cNvSpPr/>
              <p:nvPr/>
            </p:nvSpPr>
            <p:spPr>
              <a:xfrm>
                <a:off x="8284680" y="833040"/>
                <a:ext cx="35280" cy="4212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3" name="Freihandform: Form 29"/>
              <p:cNvSpPr/>
              <p:nvPr/>
            </p:nvSpPr>
            <p:spPr>
              <a:xfrm>
                <a:off x="7741440" y="91260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4" name="Freihandform: Form 30"/>
              <p:cNvSpPr/>
              <p:nvPr/>
            </p:nvSpPr>
            <p:spPr>
              <a:xfrm>
                <a:off x="8677440" y="91404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55" name="Grafik 11"/>
          <p:cNvSpPr/>
          <p:nvPr/>
        </p:nvSpPr>
        <p:spPr>
          <a:xfrm>
            <a:off x="0" y="0"/>
            <a:ext cx="3731040" cy="4908240"/>
          </a:xfrm>
          <a:custGeom>
            <a:avLst/>
            <a:gdLst>
              <a:gd name="textAreaLeft" fmla="*/ 0 w 3731040"/>
              <a:gd name="textAreaRight" fmla="*/ 3732120 w 3731040"/>
              <a:gd name="textAreaTop" fmla="*/ 0 h 4908240"/>
              <a:gd name="textAreaBottom" fmla="*/ 4908960 h 4908240"/>
              <a:gd name="GluePoint1X" fmla="*/ 0 w 13653"/>
              <a:gd name="GluePoint1Y" fmla="*/ 0 h 10367"/>
              <a:gd name="GluePoint2X" fmla="*/ 10367 w 13653"/>
              <a:gd name="GluePoint2Y" fmla="*/ 0 h 10367"/>
              <a:gd name="GluePoint3X" fmla="*/ 10367 w 13653"/>
              <a:gd name="GluePoint3Y" fmla="*/ 13653 h 10367"/>
              <a:gd name="GluePoint4X" fmla="*/ 0 w 13653"/>
              <a:gd name="GluePoint4Y" fmla="*/ 13653 h 1036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PlaceHolder 1"/>
          <p:cNvSpPr>
            <a:spLocks noGrp="1"/>
          </p:cNvSpPr>
          <p:nvPr>
            <p:ph type="ftr" idx="27"/>
          </p:nvPr>
        </p:nvSpPr>
        <p:spPr>
          <a:xfrm>
            <a:off x="628560" y="496944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7" name="PlaceHolder 2"/>
          <p:cNvSpPr>
            <a:spLocks noGrp="1"/>
          </p:cNvSpPr>
          <p:nvPr>
            <p:ph type="sldNum" idx="28"/>
          </p:nvPr>
        </p:nvSpPr>
        <p:spPr>
          <a:xfrm>
            <a:off x="35640" y="496944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5BC7AFEC-6C6C-4D1B-8332-98BABCDF0C84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8" name="PlaceHolder 3"/>
          <p:cNvSpPr>
            <a:spLocks noGrp="1"/>
          </p:cNvSpPr>
          <p:nvPr>
            <p:ph type="title"/>
          </p:nvPr>
        </p:nvSpPr>
        <p:spPr>
          <a:xfrm>
            <a:off x="4464000" y="330120"/>
            <a:ext cx="288828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759" name="Gerader Verbinder 45"/>
          <p:cNvCxnSpPr/>
          <p:nvPr/>
        </p:nvCxnSpPr>
        <p:spPr>
          <a:xfrm>
            <a:off x="4464000" y="974520"/>
            <a:ext cx="289044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760" name="PlaceHolder 4"/>
          <p:cNvSpPr>
            <a:spLocks noGrp="1"/>
          </p:cNvSpPr>
          <p:nvPr>
            <p:ph type="body"/>
          </p:nvPr>
        </p:nvSpPr>
        <p:spPr>
          <a:xfrm>
            <a:off x="4464000" y="1420560"/>
            <a:ext cx="4367880" cy="34869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61" name="PlaceHolder 5"/>
          <p:cNvSpPr>
            <a:spLocks noGrp="1"/>
          </p:cNvSpPr>
          <p:nvPr>
            <p:ph type="body"/>
          </p:nvPr>
        </p:nvSpPr>
        <p:spPr>
          <a:xfrm>
            <a:off x="4464000" y="1086840"/>
            <a:ext cx="4157280" cy="32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ei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2" name="Gruppieren 6"/>
          <p:cNvGrpSpPr/>
          <p:nvPr/>
        </p:nvGrpSpPr>
        <p:grpSpPr>
          <a:xfrm>
            <a:off x="-5040" y="4944600"/>
            <a:ext cx="9147960" cy="196560"/>
            <a:chOff x="-5040" y="4944600"/>
            <a:chExt cx="9147960" cy="196560"/>
          </a:xfrm>
        </p:grpSpPr>
        <p:sp>
          <p:nvSpPr>
            <p:cNvPr id="763" name="bk object 18"/>
            <p:cNvSpPr/>
            <p:nvPr/>
          </p:nvSpPr>
          <p:spPr>
            <a:xfrm>
              <a:off x="-5040" y="4944600"/>
              <a:ext cx="483840" cy="19656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4" name="bk object 18"/>
            <p:cNvSpPr/>
            <p:nvPr/>
          </p:nvSpPr>
          <p:spPr>
            <a:xfrm>
              <a:off x="522360" y="4944600"/>
              <a:ext cx="8620560" cy="19656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5" name="Holder 3"/>
            <p:cNvSpPr/>
            <p:nvPr/>
          </p:nvSpPr>
          <p:spPr>
            <a:xfrm>
              <a:off x="8194680" y="4960080"/>
              <a:ext cx="44856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66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67" name="Grafik 9"/>
          <p:cNvGrpSpPr/>
          <p:nvPr/>
        </p:nvGrpSpPr>
        <p:grpSpPr>
          <a:xfrm>
            <a:off x="7741440" y="393480"/>
            <a:ext cx="1049040" cy="619200"/>
            <a:chOff x="7741440" y="393480"/>
            <a:chExt cx="1049040" cy="619200"/>
          </a:xfrm>
        </p:grpSpPr>
        <p:grpSp>
          <p:nvGrpSpPr>
            <p:cNvPr id="768" name="Grafik 9"/>
            <p:cNvGrpSpPr/>
            <p:nvPr/>
          </p:nvGrpSpPr>
          <p:grpSpPr>
            <a:xfrm>
              <a:off x="7741440" y="393480"/>
              <a:ext cx="883800" cy="430920"/>
              <a:chOff x="7741440" y="393480"/>
              <a:chExt cx="883800" cy="430920"/>
            </a:xfrm>
          </p:grpSpPr>
          <p:sp>
            <p:nvSpPr>
              <p:cNvPr id="769" name="Freihandform: Form 20"/>
              <p:cNvSpPr/>
              <p:nvPr/>
            </p:nvSpPr>
            <p:spPr>
              <a:xfrm>
                <a:off x="8358120" y="479880"/>
                <a:ext cx="267120" cy="26712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120"/>
                  <a:gd name="textAreaBottom" fmla="*/ 267840 h 26712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0" name="Freihandform: Form 21"/>
              <p:cNvSpPr/>
              <p:nvPr/>
            </p:nvSpPr>
            <p:spPr>
              <a:xfrm>
                <a:off x="774144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1" name="Freihandform: Form 22"/>
              <p:cNvSpPr/>
              <p:nvPr/>
            </p:nvSpPr>
            <p:spPr>
              <a:xfrm>
                <a:off x="805068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2" name="Freihandform: Form 23"/>
              <p:cNvSpPr/>
              <p:nvPr/>
            </p:nvSpPr>
            <p:spPr>
              <a:xfrm>
                <a:off x="784800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3" name="Freihandform: Form 24"/>
              <p:cNvSpPr/>
              <p:nvPr/>
            </p:nvSpPr>
            <p:spPr>
              <a:xfrm>
                <a:off x="795816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4" name="Freihandform: Form 25"/>
              <p:cNvSpPr/>
              <p:nvPr/>
            </p:nvSpPr>
            <p:spPr>
              <a:xfrm>
                <a:off x="821232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75" name="Freihandform: Form 26"/>
            <p:cNvSpPr/>
            <p:nvPr/>
          </p:nvSpPr>
          <p:spPr>
            <a:xfrm>
              <a:off x="774144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6" name="Freihandform: Form 27"/>
            <p:cNvSpPr/>
            <p:nvPr/>
          </p:nvSpPr>
          <p:spPr>
            <a:xfrm>
              <a:off x="779976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7" name="Freihandform: Form 28"/>
            <p:cNvSpPr/>
            <p:nvPr/>
          </p:nvSpPr>
          <p:spPr>
            <a:xfrm>
              <a:off x="784908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78" name="Grafik 9"/>
            <p:cNvGrpSpPr/>
            <p:nvPr/>
          </p:nvGrpSpPr>
          <p:grpSpPr>
            <a:xfrm>
              <a:off x="7872120" y="833040"/>
              <a:ext cx="74160" cy="40320"/>
              <a:chOff x="7872120" y="833040"/>
              <a:chExt cx="74160" cy="40320"/>
            </a:xfrm>
          </p:grpSpPr>
          <p:sp>
            <p:nvSpPr>
              <p:cNvPr id="779" name="Freihandform: Form 30"/>
              <p:cNvSpPr/>
              <p:nvPr/>
            </p:nvSpPr>
            <p:spPr>
              <a:xfrm>
                <a:off x="787212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0" name="Freihandform: Form 31"/>
              <p:cNvSpPr/>
              <p:nvPr/>
            </p:nvSpPr>
            <p:spPr>
              <a:xfrm>
                <a:off x="7922160" y="833040"/>
                <a:ext cx="24120" cy="4032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81" name="Freihandform: Form 32"/>
            <p:cNvSpPr/>
            <p:nvPr/>
          </p:nvSpPr>
          <p:spPr>
            <a:xfrm>
              <a:off x="795924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82" name="Grafik 9"/>
            <p:cNvGrpSpPr/>
            <p:nvPr/>
          </p:nvGrpSpPr>
          <p:grpSpPr>
            <a:xfrm>
              <a:off x="7979760" y="811080"/>
              <a:ext cx="78120" cy="64080"/>
              <a:chOff x="7979760" y="811080"/>
              <a:chExt cx="78120" cy="64080"/>
            </a:xfrm>
          </p:grpSpPr>
          <p:sp>
            <p:nvSpPr>
              <p:cNvPr id="783" name="Freihandform: Form 34"/>
              <p:cNvSpPr/>
              <p:nvPr/>
            </p:nvSpPr>
            <p:spPr>
              <a:xfrm>
                <a:off x="7979760" y="833040"/>
                <a:ext cx="33480" cy="421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4" name="Freihandform: Form 35"/>
              <p:cNvSpPr/>
              <p:nvPr/>
            </p:nvSpPr>
            <p:spPr>
              <a:xfrm>
                <a:off x="8024400" y="811080"/>
                <a:ext cx="33480" cy="619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1920"/>
                  <a:gd name="textAreaBottom" fmla="*/ 62640 h 6192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85" name="Freihandform: Form 36"/>
            <p:cNvSpPr/>
            <p:nvPr/>
          </p:nvSpPr>
          <p:spPr>
            <a:xfrm>
              <a:off x="810648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6" name="Freihandform: Form 37"/>
            <p:cNvSpPr/>
            <p:nvPr/>
          </p:nvSpPr>
          <p:spPr>
            <a:xfrm>
              <a:off x="816480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7" name="Freihandform: Form 38"/>
            <p:cNvSpPr/>
            <p:nvPr/>
          </p:nvSpPr>
          <p:spPr>
            <a:xfrm>
              <a:off x="821340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88" name="Grafik 9"/>
            <p:cNvGrpSpPr/>
            <p:nvPr/>
          </p:nvGrpSpPr>
          <p:grpSpPr>
            <a:xfrm>
              <a:off x="7741440" y="833040"/>
              <a:ext cx="1049040" cy="179640"/>
              <a:chOff x="7741440" y="833040"/>
              <a:chExt cx="1049040" cy="179640"/>
            </a:xfrm>
          </p:grpSpPr>
          <p:sp>
            <p:nvSpPr>
              <p:cNvPr id="789" name="Freihandform: Form 40"/>
              <p:cNvSpPr/>
              <p:nvPr/>
            </p:nvSpPr>
            <p:spPr>
              <a:xfrm>
                <a:off x="823644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0" name="Freihandform: Form 41"/>
              <p:cNvSpPr/>
              <p:nvPr/>
            </p:nvSpPr>
            <p:spPr>
              <a:xfrm>
                <a:off x="8284680" y="833040"/>
                <a:ext cx="35280" cy="4212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1" name="Freihandform: Form 42"/>
              <p:cNvSpPr/>
              <p:nvPr/>
            </p:nvSpPr>
            <p:spPr>
              <a:xfrm>
                <a:off x="7741440" y="91260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2" name="Freihandform: Form 43"/>
              <p:cNvSpPr/>
              <p:nvPr/>
            </p:nvSpPr>
            <p:spPr>
              <a:xfrm>
                <a:off x="8677440" y="91404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93" name="Freihandform: Form 44"/>
          <p:cNvSpPr/>
          <p:nvPr/>
        </p:nvSpPr>
        <p:spPr>
          <a:xfrm>
            <a:off x="-5040" y="407160"/>
            <a:ext cx="336240" cy="29340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400"/>
              <a:gd name="textAreaBottom" fmla="*/ 294120 h 29340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94" name="PlaceHolder 1"/>
          <p:cNvSpPr>
            <a:spLocks noGrp="1"/>
          </p:cNvSpPr>
          <p:nvPr>
            <p:ph type="title"/>
          </p:nvPr>
        </p:nvSpPr>
        <p:spPr>
          <a:xfrm>
            <a:off x="526680" y="330120"/>
            <a:ext cx="682560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95" name="PlaceHolder 2"/>
          <p:cNvSpPr>
            <a:spLocks noGrp="1"/>
          </p:cNvSpPr>
          <p:nvPr>
            <p:ph type="ftr" idx="29"/>
          </p:nvPr>
        </p:nvSpPr>
        <p:spPr>
          <a:xfrm>
            <a:off x="628560" y="496944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6" name="PlaceHolder 3"/>
          <p:cNvSpPr>
            <a:spLocks noGrp="1"/>
          </p:cNvSpPr>
          <p:nvPr>
            <p:ph type="sldNum" idx="30"/>
          </p:nvPr>
        </p:nvSpPr>
        <p:spPr>
          <a:xfrm>
            <a:off x="35640" y="496944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27967555-C7FE-4832-B496-C81DEB15B17A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7" name="PlaceHolder 4"/>
          <p:cNvSpPr>
            <a:spLocks noGrp="1"/>
          </p:cNvSpPr>
          <p:nvPr>
            <p:ph type="body"/>
          </p:nvPr>
        </p:nvSpPr>
        <p:spPr>
          <a:xfrm>
            <a:off x="521640" y="1420560"/>
            <a:ext cx="3940560" cy="3419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98" name="PlaceHolder 5"/>
          <p:cNvSpPr>
            <a:spLocks noGrp="1"/>
          </p:cNvSpPr>
          <p:nvPr>
            <p:ph type="body"/>
          </p:nvPr>
        </p:nvSpPr>
        <p:spPr>
          <a:xfrm>
            <a:off x="4680000" y="1420560"/>
            <a:ext cx="3942360" cy="3419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ei Inhalte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9" name="Gruppieren 6"/>
          <p:cNvGrpSpPr/>
          <p:nvPr/>
        </p:nvGrpSpPr>
        <p:grpSpPr>
          <a:xfrm>
            <a:off x="-5040" y="4944600"/>
            <a:ext cx="9147960" cy="196560"/>
            <a:chOff x="-5040" y="4944600"/>
            <a:chExt cx="9147960" cy="196560"/>
          </a:xfrm>
        </p:grpSpPr>
        <p:sp>
          <p:nvSpPr>
            <p:cNvPr id="800" name="bk object 18"/>
            <p:cNvSpPr/>
            <p:nvPr/>
          </p:nvSpPr>
          <p:spPr>
            <a:xfrm>
              <a:off x="-5040" y="4944600"/>
              <a:ext cx="483840" cy="19656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1" name="bk object 18"/>
            <p:cNvSpPr/>
            <p:nvPr/>
          </p:nvSpPr>
          <p:spPr>
            <a:xfrm>
              <a:off x="522360" y="4944600"/>
              <a:ext cx="8620560" cy="19656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2" name="Holder 3"/>
            <p:cNvSpPr/>
            <p:nvPr/>
          </p:nvSpPr>
          <p:spPr>
            <a:xfrm>
              <a:off x="8194680" y="4960080"/>
              <a:ext cx="44856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03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804" name="Grafik 9"/>
          <p:cNvGrpSpPr/>
          <p:nvPr/>
        </p:nvGrpSpPr>
        <p:grpSpPr>
          <a:xfrm>
            <a:off x="7741440" y="393480"/>
            <a:ext cx="1049040" cy="619200"/>
            <a:chOff x="7741440" y="393480"/>
            <a:chExt cx="1049040" cy="619200"/>
          </a:xfrm>
        </p:grpSpPr>
        <p:grpSp>
          <p:nvGrpSpPr>
            <p:cNvPr id="805" name="Grafik 9"/>
            <p:cNvGrpSpPr/>
            <p:nvPr/>
          </p:nvGrpSpPr>
          <p:grpSpPr>
            <a:xfrm>
              <a:off x="7741440" y="393480"/>
              <a:ext cx="883800" cy="430920"/>
              <a:chOff x="7741440" y="393480"/>
              <a:chExt cx="883800" cy="430920"/>
            </a:xfrm>
          </p:grpSpPr>
          <p:sp>
            <p:nvSpPr>
              <p:cNvPr id="806" name="Freihandform: Form 20"/>
              <p:cNvSpPr/>
              <p:nvPr/>
            </p:nvSpPr>
            <p:spPr>
              <a:xfrm>
                <a:off x="8358120" y="479880"/>
                <a:ext cx="267120" cy="26712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120"/>
                  <a:gd name="textAreaBottom" fmla="*/ 267840 h 26712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7" name="Freihandform: Form 21"/>
              <p:cNvSpPr/>
              <p:nvPr/>
            </p:nvSpPr>
            <p:spPr>
              <a:xfrm>
                <a:off x="774144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8" name="Freihandform: Form 22"/>
              <p:cNvSpPr/>
              <p:nvPr/>
            </p:nvSpPr>
            <p:spPr>
              <a:xfrm>
                <a:off x="805068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9" name="Freihandform: Form 23"/>
              <p:cNvSpPr/>
              <p:nvPr/>
            </p:nvSpPr>
            <p:spPr>
              <a:xfrm>
                <a:off x="784800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0" name="Freihandform: Form 24"/>
              <p:cNvSpPr/>
              <p:nvPr/>
            </p:nvSpPr>
            <p:spPr>
              <a:xfrm>
                <a:off x="795816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1" name="Freihandform: Form 25"/>
              <p:cNvSpPr/>
              <p:nvPr/>
            </p:nvSpPr>
            <p:spPr>
              <a:xfrm>
                <a:off x="821232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12" name="Freihandform: Form 26"/>
            <p:cNvSpPr/>
            <p:nvPr/>
          </p:nvSpPr>
          <p:spPr>
            <a:xfrm>
              <a:off x="774144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3" name="Freihandform: Form 27"/>
            <p:cNvSpPr/>
            <p:nvPr/>
          </p:nvSpPr>
          <p:spPr>
            <a:xfrm>
              <a:off x="779976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4" name="Freihandform: Form 28"/>
            <p:cNvSpPr/>
            <p:nvPr/>
          </p:nvSpPr>
          <p:spPr>
            <a:xfrm>
              <a:off x="784908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15" name="Grafik 9"/>
            <p:cNvGrpSpPr/>
            <p:nvPr/>
          </p:nvGrpSpPr>
          <p:grpSpPr>
            <a:xfrm>
              <a:off x="7872120" y="833040"/>
              <a:ext cx="74160" cy="40320"/>
              <a:chOff x="7872120" y="833040"/>
              <a:chExt cx="74160" cy="40320"/>
            </a:xfrm>
          </p:grpSpPr>
          <p:sp>
            <p:nvSpPr>
              <p:cNvPr id="816" name="Freihandform: Form 30"/>
              <p:cNvSpPr/>
              <p:nvPr/>
            </p:nvSpPr>
            <p:spPr>
              <a:xfrm>
                <a:off x="787212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7" name="Freihandform: Form 31"/>
              <p:cNvSpPr/>
              <p:nvPr/>
            </p:nvSpPr>
            <p:spPr>
              <a:xfrm>
                <a:off x="7922160" y="833040"/>
                <a:ext cx="24120" cy="4032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18" name="Freihandform: Form 32"/>
            <p:cNvSpPr/>
            <p:nvPr/>
          </p:nvSpPr>
          <p:spPr>
            <a:xfrm>
              <a:off x="795924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19" name="Grafik 9"/>
            <p:cNvGrpSpPr/>
            <p:nvPr/>
          </p:nvGrpSpPr>
          <p:grpSpPr>
            <a:xfrm>
              <a:off x="7979760" y="811080"/>
              <a:ext cx="78120" cy="64080"/>
              <a:chOff x="7979760" y="811080"/>
              <a:chExt cx="78120" cy="64080"/>
            </a:xfrm>
          </p:grpSpPr>
          <p:sp>
            <p:nvSpPr>
              <p:cNvPr id="820" name="Freihandform: Form 34"/>
              <p:cNvSpPr/>
              <p:nvPr/>
            </p:nvSpPr>
            <p:spPr>
              <a:xfrm>
                <a:off x="7979760" y="833040"/>
                <a:ext cx="33480" cy="421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1" name="Freihandform: Form 35"/>
              <p:cNvSpPr/>
              <p:nvPr/>
            </p:nvSpPr>
            <p:spPr>
              <a:xfrm>
                <a:off x="8024400" y="811080"/>
                <a:ext cx="33480" cy="619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1920"/>
                  <a:gd name="textAreaBottom" fmla="*/ 62640 h 6192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22" name="Freihandform: Form 36"/>
            <p:cNvSpPr/>
            <p:nvPr/>
          </p:nvSpPr>
          <p:spPr>
            <a:xfrm>
              <a:off x="810648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3" name="Freihandform: Form 37"/>
            <p:cNvSpPr/>
            <p:nvPr/>
          </p:nvSpPr>
          <p:spPr>
            <a:xfrm>
              <a:off x="816480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4" name="Freihandform: Form 38"/>
            <p:cNvSpPr/>
            <p:nvPr/>
          </p:nvSpPr>
          <p:spPr>
            <a:xfrm>
              <a:off x="821340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25" name="Grafik 9"/>
            <p:cNvGrpSpPr/>
            <p:nvPr/>
          </p:nvGrpSpPr>
          <p:grpSpPr>
            <a:xfrm>
              <a:off x="7741440" y="833040"/>
              <a:ext cx="1049040" cy="179640"/>
              <a:chOff x="7741440" y="833040"/>
              <a:chExt cx="1049040" cy="179640"/>
            </a:xfrm>
          </p:grpSpPr>
          <p:sp>
            <p:nvSpPr>
              <p:cNvPr id="826" name="Freihandform: Form 40"/>
              <p:cNvSpPr/>
              <p:nvPr/>
            </p:nvSpPr>
            <p:spPr>
              <a:xfrm>
                <a:off x="823644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7" name="Freihandform: Form 41"/>
              <p:cNvSpPr/>
              <p:nvPr/>
            </p:nvSpPr>
            <p:spPr>
              <a:xfrm>
                <a:off x="8284680" y="833040"/>
                <a:ext cx="35280" cy="4212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8" name="Freihandform: Form 42"/>
              <p:cNvSpPr/>
              <p:nvPr/>
            </p:nvSpPr>
            <p:spPr>
              <a:xfrm>
                <a:off x="7741440" y="91260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9" name="Freihandform: Form 43"/>
              <p:cNvSpPr/>
              <p:nvPr/>
            </p:nvSpPr>
            <p:spPr>
              <a:xfrm>
                <a:off x="8677440" y="91404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30" name="Freihandform: Form 44"/>
          <p:cNvSpPr/>
          <p:nvPr/>
        </p:nvSpPr>
        <p:spPr>
          <a:xfrm>
            <a:off x="-5040" y="407160"/>
            <a:ext cx="336240" cy="29340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400"/>
              <a:gd name="textAreaBottom" fmla="*/ 294120 h 29340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1" name="PlaceHolder 1"/>
          <p:cNvSpPr>
            <a:spLocks noGrp="1"/>
          </p:cNvSpPr>
          <p:nvPr>
            <p:ph type="title"/>
          </p:nvPr>
        </p:nvSpPr>
        <p:spPr>
          <a:xfrm>
            <a:off x="526680" y="330120"/>
            <a:ext cx="682560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32" name="PlaceHolder 2"/>
          <p:cNvSpPr>
            <a:spLocks noGrp="1"/>
          </p:cNvSpPr>
          <p:nvPr>
            <p:ph type="ftr" idx="31"/>
          </p:nvPr>
        </p:nvSpPr>
        <p:spPr>
          <a:xfrm>
            <a:off x="628560" y="496944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3" name="PlaceHolder 3"/>
          <p:cNvSpPr>
            <a:spLocks noGrp="1"/>
          </p:cNvSpPr>
          <p:nvPr>
            <p:ph type="sldNum" idx="32"/>
          </p:nvPr>
        </p:nvSpPr>
        <p:spPr>
          <a:xfrm>
            <a:off x="35640" y="496944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B3CADAE7-10A2-41D9-90F1-2C384BCFF263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4" name="PlaceHolder 4"/>
          <p:cNvSpPr>
            <a:spLocks noGrp="1"/>
          </p:cNvSpPr>
          <p:nvPr>
            <p:ph type="body"/>
          </p:nvPr>
        </p:nvSpPr>
        <p:spPr>
          <a:xfrm>
            <a:off x="521640" y="1420560"/>
            <a:ext cx="3940560" cy="34869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5" name="PlaceHolder 5"/>
          <p:cNvSpPr>
            <a:spLocks noGrp="1"/>
          </p:cNvSpPr>
          <p:nvPr>
            <p:ph type="body"/>
          </p:nvPr>
        </p:nvSpPr>
        <p:spPr>
          <a:xfrm>
            <a:off x="4680000" y="1420560"/>
            <a:ext cx="3935880" cy="34869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6" name="PlaceHolder 6"/>
          <p:cNvSpPr>
            <a:spLocks noGrp="1"/>
          </p:cNvSpPr>
          <p:nvPr>
            <p:ph type="body"/>
          </p:nvPr>
        </p:nvSpPr>
        <p:spPr>
          <a:xfrm>
            <a:off x="521640" y="1086840"/>
            <a:ext cx="3941640" cy="32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37" name="PlaceHolder 7"/>
          <p:cNvSpPr>
            <a:spLocks noGrp="1"/>
          </p:cNvSpPr>
          <p:nvPr>
            <p:ph type="body"/>
          </p:nvPr>
        </p:nvSpPr>
        <p:spPr>
          <a:xfrm>
            <a:off x="4680720" y="1086840"/>
            <a:ext cx="3941640" cy="32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agramnm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8" name="Gruppieren 6"/>
          <p:cNvGrpSpPr/>
          <p:nvPr/>
        </p:nvGrpSpPr>
        <p:grpSpPr>
          <a:xfrm>
            <a:off x="-5040" y="4944600"/>
            <a:ext cx="9147960" cy="196560"/>
            <a:chOff x="-5040" y="4944600"/>
            <a:chExt cx="9147960" cy="196560"/>
          </a:xfrm>
        </p:grpSpPr>
        <p:sp>
          <p:nvSpPr>
            <p:cNvPr id="839" name="bk object 18"/>
            <p:cNvSpPr/>
            <p:nvPr/>
          </p:nvSpPr>
          <p:spPr>
            <a:xfrm>
              <a:off x="-5040" y="4944600"/>
              <a:ext cx="483840" cy="19656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0" name="bk object 18"/>
            <p:cNvSpPr/>
            <p:nvPr/>
          </p:nvSpPr>
          <p:spPr>
            <a:xfrm>
              <a:off x="522360" y="4944600"/>
              <a:ext cx="8620560" cy="19656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1" name="Holder 3"/>
            <p:cNvSpPr/>
            <p:nvPr/>
          </p:nvSpPr>
          <p:spPr>
            <a:xfrm>
              <a:off x="8194680" y="4960080"/>
              <a:ext cx="44856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42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843" name="Grafik 9"/>
          <p:cNvGrpSpPr/>
          <p:nvPr/>
        </p:nvGrpSpPr>
        <p:grpSpPr>
          <a:xfrm>
            <a:off x="7741440" y="393480"/>
            <a:ext cx="1049040" cy="619200"/>
            <a:chOff x="7741440" y="393480"/>
            <a:chExt cx="1049040" cy="619200"/>
          </a:xfrm>
        </p:grpSpPr>
        <p:grpSp>
          <p:nvGrpSpPr>
            <p:cNvPr id="844" name="Grafik 9"/>
            <p:cNvGrpSpPr/>
            <p:nvPr/>
          </p:nvGrpSpPr>
          <p:grpSpPr>
            <a:xfrm>
              <a:off x="7741440" y="393480"/>
              <a:ext cx="883800" cy="430920"/>
              <a:chOff x="7741440" y="393480"/>
              <a:chExt cx="883800" cy="430920"/>
            </a:xfrm>
          </p:grpSpPr>
          <p:sp>
            <p:nvSpPr>
              <p:cNvPr id="845" name="Freihandform: Form 20"/>
              <p:cNvSpPr/>
              <p:nvPr/>
            </p:nvSpPr>
            <p:spPr>
              <a:xfrm>
                <a:off x="8358120" y="479880"/>
                <a:ext cx="267120" cy="26712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120"/>
                  <a:gd name="textAreaBottom" fmla="*/ 267840 h 26712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6" name="Freihandform: Form 21"/>
              <p:cNvSpPr/>
              <p:nvPr/>
            </p:nvSpPr>
            <p:spPr>
              <a:xfrm>
                <a:off x="774144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7" name="Freihandform: Form 22"/>
              <p:cNvSpPr/>
              <p:nvPr/>
            </p:nvSpPr>
            <p:spPr>
              <a:xfrm>
                <a:off x="805068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8" name="Freihandform: Form 23"/>
              <p:cNvSpPr/>
              <p:nvPr/>
            </p:nvSpPr>
            <p:spPr>
              <a:xfrm>
                <a:off x="784800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9" name="Freihandform: Form 24"/>
              <p:cNvSpPr/>
              <p:nvPr/>
            </p:nvSpPr>
            <p:spPr>
              <a:xfrm>
                <a:off x="795816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0" name="Freihandform: Form 25"/>
              <p:cNvSpPr/>
              <p:nvPr/>
            </p:nvSpPr>
            <p:spPr>
              <a:xfrm>
                <a:off x="821232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51" name="Freihandform: Form 26"/>
            <p:cNvSpPr/>
            <p:nvPr/>
          </p:nvSpPr>
          <p:spPr>
            <a:xfrm>
              <a:off x="774144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2" name="Freihandform: Form 27"/>
            <p:cNvSpPr/>
            <p:nvPr/>
          </p:nvSpPr>
          <p:spPr>
            <a:xfrm>
              <a:off x="779976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3" name="Freihandform: Form 28"/>
            <p:cNvSpPr/>
            <p:nvPr/>
          </p:nvSpPr>
          <p:spPr>
            <a:xfrm>
              <a:off x="784908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54" name="Grafik 9"/>
            <p:cNvGrpSpPr/>
            <p:nvPr/>
          </p:nvGrpSpPr>
          <p:grpSpPr>
            <a:xfrm>
              <a:off x="7872120" y="833040"/>
              <a:ext cx="74160" cy="40320"/>
              <a:chOff x="7872120" y="833040"/>
              <a:chExt cx="74160" cy="40320"/>
            </a:xfrm>
          </p:grpSpPr>
          <p:sp>
            <p:nvSpPr>
              <p:cNvPr id="855" name="Freihandform: Form 30"/>
              <p:cNvSpPr/>
              <p:nvPr/>
            </p:nvSpPr>
            <p:spPr>
              <a:xfrm>
                <a:off x="787212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6" name="Freihandform: Form 31"/>
              <p:cNvSpPr/>
              <p:nvPr/>
            </p:nvSpPr>
            <p:spPr>
              <a:xfrm>
                <a:off x="7922160" y="833040"/>
                <a:ext cx="24120" cy="4032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57" name="Freihandform: Form 32"/>
            <p:cNvSpPr/>
            <p:nvPr/>
          </p:nvSpPr>
          <p:spPr>
            <a:xfrm>
              <a:off x="795924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58" name="Grafik 9"/>
            <p:cNvGrpSpPr/>
            <p:nvPr/>
          </p:nvGrpSpPr>
          <p:grpSpPr>
            <a:xfrm>
              <a:off x="7979760" y="811080"/>
              <a:ext cx="78120" cy="64080"/>
              <a:chOff x="7979760" y="811080"/>
              <a:chExt cx="78120" cy="64080"/>
            </a:xfrm>
          </p:grpSpPr>
          <p:sp>
            <p:nvSpPr>
              <p:cNvPr id="859" name="Freihandform: Form 34"/>
              <p:cNvSpPr/>
              <p:nvPr/>
            </p:nvSpPr>
            <p:spPr>
              <a:xfrm>
                <a:off x="7979760" y="833040"/>
                <a:ext cx="33480" cy="421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0" name="Freihandform: Form 35"/>
              <p:cNvSpPr/>
              <p:nvPr/>
            </p:nvSpPr>
            <p:spPr>
              <a:xfrm>
                <a:off x="8024400" y="811080"/>
                <a:ext cx="33480" cy="619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1920"/>
                  <a:gd name="textAreaBottom" fmla="*/ 62640 h 6192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61" name="Freihandform: Form 36"/>
            <p:cNvSpPr/>
            <p:nvPr/>
          </p:nvSpPr>
          <p:spPr>
            <a:xfrm>
              <a:off x="810648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2" name="Freihandform: Form 37"/>
            <p:cNvSpPr/>
            <p:nvPr/>
          </p:nvSpPr>
          <p:spPr>
            <a:xfrm>
              <a:off x="816480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3" name="Freihandform: Form 38"/>
            <p:cNvSpPr/>
            <p:nvPr/>
          </p:nvSpPr>
          <p:spPr>
            <a:xfrm>
              <a:off x="821340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64" name="Grafik 9"/>
            <p:cNvGrpSpPr/>
            <p:nvPr/>
          </p:nvGrpSpPr>
          <p:grpSpPr>
            <a:xfrm>
              <a:off x="7741440" y="833040"/>
              <a:ext cx="1049040" cy="179640"/>
              <a:chOff x="7741440" y="833040"/>
              <a:chExt cx="1049040" cy="179640"/>
            </a:xfrm>
          </p:grpSpPr>
          <p:sp>
            <p:nvSpPr>
              <p:cNvPr id="865" name="Freihandform: Form 40"/>
              <p:cNvSpPr/>
              <p:nvPr/>
            </p:nvSpPr>
            <p:spPr>
              <a:xfrm>
                <a:off x="823644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6" name="Freihandform: Form 41"/>
              <p:cNvSpPr/>
              <p:nvPr/>
            </p:nvSpPr>
            <p:spPr>
              <a:xfrm>
                <a:off x="8284680" y="833040"/>
                <a:ext cx="35280" cy="4212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7" name="Freihandform: Form 42"/>
              <p:cNvSpPr/>
              <p:nvPr/>
            </p:nvSpPr>
            <p:spPr>
              <a:xfrm>
                <a:off x="7741440" y="91260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8" name="Freihandform: Form 43"/>
              <p:cNvSpPr/>
              <p:nvPr/>
            </p:nvSpPr>
            <p:spPr>
              <a:xfrm>
                <a:off x="8677440" y="91404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69" name="Freihandform: Form 44"/>
          <p:cNvSpPr/>
          <p:nvPr/>
        </p:nvSpPr>
        <p:spPr>
          <a:xfrm>
            <a:off x="-5040" y="407160"/>
            <a:ext cx="336240" cy="29340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400"/>
              <a:gd name="textAreaBottom" fmla="*/ 294120 h 29340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70" name="PlaceHolder 1"/>
          <p:cNvSpPr>
            <a:spLocks noGrp="1"/>
          </p:cNvSpPr>
          <p:nvPr>
            <p:ph type="title"/>
          </p:nvPr>
        </p:nvSpPr>
        <p:spPr>
          <a:xfrm>
            <a:off x="526680" y="330120"/>
            <a:ext cx="682560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71" name="PlaceHolder 2"/>
          <p:cNvSpPr>
            <a:spLocks noGrp="1"/>
          </p:cNvSpPr>
          <p:nvPr>
            <p:ph type="sldNum" idx="33"/>
          </p:nvPr>
        </p:nvSpPr>
        <p:spPr>
          <a:xfrm>
            <a:off x="35640" y="496944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04F9C4E6-89FB-4127-86CB-DD1EB01B93DC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2" name="PlaceHolder 3"/>
          <p:cNvSpPr>
            <a:spLocks noGrp="1"/>
          </p:cNvSpPr>
          <p:nvPr>
            <p:ph type="ftr" idx="34"/>
          </p:nvPr>
        </p:nvSpPr>
        <p:spPr>
          <a:xfrm>
            <a:off x="628560" y="496944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3" name="PlaceHolder 4"/>
          <p:cNvSpPr>
            <a:spLocks noGrp="1"/>
          </p:cNvSpPr>
          <p:nvPr>
            <p:ph type="body"/>
          </p:nvPr>
        </p:nvSpPr>
        <p:spPr>
          <a:xfrm>
            <a:off x="522360" y="1420560"/>
            <a:ext cx="8099280" cy="34869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74" name="PlaceHolder 5"/>
          <p:cNvSpPr>
            <a:spLocks noGrp="1"/>
          </p:cNvSpPr>
          <p:nvPr>
            <p:ph type="body"/>
          </p:nvPr>
        </p:nvSpPr>
        <p:spPr>
          <a:xfrm>
            <a:off x="521640" y="1086840"/>
            <a:ext cx="8100000" cy="32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ellen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5" name="Gruppieren 6"/>
          <p:cNvGrpSpPr/>
          <p:nvPr/>
        </p:nvGrpSpPr>
        <p:grpSpPr>
          <a:xfrm>
            <a:off x="-5040" y="4944600"/>
            <a:ext cx="9147960" cy="196560"/>
            <a:chOff x="-5040" y="4944600"/>
            <a:chExt cx="9147960" cy="196560"/>
          </a:xfrm>
        </p:grpSpPr>
        <p:sp>
          <p:nvSpPr>
            <p:cNvPr id="876" name="bk object 18"/>
            <p:cNvSpPr/>
            <p:nvPr/>
          </p:nvSpPr>
          <p:spPr>
            <a:xfrm>
              <a:off x="-5040" y="4944600"/>
              <a:ext cx="483840" cy="19656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7" name="bk object 18"/>
            <p:cNvSpPr/>
            <p:nvPr/>
          </p:nvSpPr>
          <p:spPr>
            <a:xfrm>
              <a:off x="522360" y="4944600"/>
              <a:ext cx="8620560" cy="19656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8" name="Holder 3"/>
            <p:cNvSpPr/>
            <p:nvPr/>
          </p:nvSpPr>
          <p:spPr>
            <a:xfrm>
              <a:off x="8194680" y="4960080"/>
              <a:ext cx="44856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79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880" name="Grafik 9"/>
          <p:cNvGrpSpPr/>
          <p:nvPr/>
        </p:nvGrpSpPr>
        <p:grpSpPr>
          <a:xfrm>
            <a:off x="7741440" y="393480"/>
            <a:ext cx="1049040" cy="619200"/>
            <a:chOff x="7741440" y="393480"/>
            <a:chExt cx="1049040" cy="619200"/>
          </a:xfrm>
        </p:grpSpPr>
        <p:grpSp>
          <p:nvGrpSpPr>
            <p:cNvPr id="881" name="Grafik 9"/>
            <p:cNvGrpSpPr/>
            <p:nvPr/>
          </p:nvGrpSpPr>
          <p:grpSpPr>
            <a:xfrm>
              <a:off x="7741440" y="393480"/>
              <a:ext cx="883800" cy="430920"/>
              <a:chOff x="7741440" y="393480"/>
              <a:chExt cx="883800" cy="430920"/>
            </a:xfrm>
          </p:grpSpPr>
          <p:sp>
            <p:nvSpPr>
              <p:cNvPr id="882" name="Freihandform: Form 20"/>
              <p:cNvSpPr/>
              <p:nvPr/>
            </p:nvSpPr>
            <p:spPr>
              <a:xfrm>
                <a:off x="8358120" y="479880"/>
                <a:ext cx="267120" cy="26712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120"/>
                  <a:gd name="textAreaBottom" fmla="*/ 267840 h 26712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3" name="Freihandform: Form 21"/>
              <p:cNvSpPr/>
              <p:nvPr/>
            </p:nvSpPr>
            <p:spPr>
              <a:xfrm>
                <a:off x="774144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4" name="Freihandform: Form 22"/>
              <p:cNvSpPr/>
              <p:nvPr/>
            </p:nvSpPr>
            <p:spPr>
              <a:xfrm>
                <a:off x="805068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5" name="Freihandform: Form 23"/>
              <p:cNvSpPr/>
              <p:nvPr/>
            </p:nvSpPr>
            <p:spPr>
              <a:xfrm>
                <a:off x="784800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6" name="Freihandform: Form 24"/>
              <p:cNvSpPr/>
              <p:nvPr/>
            </p:nvSpPr>
            <p:spPr>
              <a:xfrm>
                <a:off x="795816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7" name="Freihandform: Form 25"/>
              <p:cNvSpPr/>
              <p:nvPr/>
            </p:nvSpPr>
            <p:spPr>
              <a:xfrm>
                <a:off x="821232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88" name="Freihandform: Form 26"/>
            <p:cNvSpPr/>
            <p:nvPr/>
          </p:nvSpPr>
          <p:spPr>
            <a:xfrm>
              <a:off x="774144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9" name="Freihandform: Form 27"/>
            <p:cNvSpPr/>
            <p:nvPr/>
          </p:nvSpPr>
          <p:spPr>
            <a:xfrm>
              <a:off x="779976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0" name="Freihandform: Form 28"/>
            <p:cNvSpPr/>
            <p:nvPr/>
          </p:nvSpPr>
          <p:spPr>
            <a:xfrm>
              <a:off x="784908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91" name="Grafik 9"/>
            <p:cNvGrpSpPr/>
            <p:nvPr/>
          </p:nvGrpSpPr>
          <p:grpSpPr>
            <a:xfrm>
              <a:off x="7872120" y="833040"/>
              <a:ext cx="74160" cy="40320"/>
              <a:chOff x="7872120" y="833040"/>
              <a:chExt cx="74160" cy="40320"/>
            </a:xfrm>
          </p:grpSpPr>
          <p:sp>
            <p:nvSpPr>
              <p:cNvPr id="892" name="Freihandform: Form 30"/>
              <p:cNvSpPr/>
              <p:nvPr/>
            </p:nvSpPr>
            <p:spPr>
              <a:xfrm>
                <a:off x="787212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3" name="Freihandform: Form 31"/>
              <p:cNvSpPr/>
              <p:nvPr/>
            </p:nvSpPr>
            <p:spPr>
              <a:xfrm>
                <a:off x="7922160" y="833040"/>
                <a:ext cx="24120" cy="4032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94" name="Freihandform: Form 32"/>
            <p:cNvSpPr/>
            <p:nvPr/>
          </p:nvSpPr>
          <p:spPr>
            <a:xfrm>
              <a:off x="795924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95" name="Grafik 9"/>
            <p:cNvGrpSpPr/>
            <p:nvPr/>
          </p:nvGrpSpPr>
          <p:grpSpPr>
            <a:xfrm>
              <a:off x="7979760" y="811080"/>
              <a:ext cx="78120" cy="64080"/>
              <a:chOff x="7979760" y="811080"/>
              <a:chExt cx="78120" cy="64080"/>
            </a:xfrm>
          </p:grpSpPr>
          <p:sp>
            <p:nvSpPr>
              <p:cNvPr id="896" name="Freihandform: Form 34"/>
              <p:cNvSpPr/>
              <p:nvPr/>
            </p:nvSpPr>
            <p:spPr>
              <a:xfrm>
                <a:off x="7979760" y="833040"/>
                <a:ext cx="33480" cy="421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7" name="Freihandform: Form 35"/>
              <p:cNvSpPr/>
              <p:nvPr/>
            </p:nvSpPr>
            <p:spPr>
              <a:xfrm>
                <a:off x="8024400" y="811080"/>
                <a:ext cx="33480" cy="619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1920"/>
                  <a:gd name="textAreaBottom" fmla="*/ 62640 h 6192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98" name="Freihandform: Form 36"/>
            <p:cNvSpPr/>
            <p:nvPr/>
          </p:nvSpPr>
          <p:spPr>
            <a:xfrm>
              <a:off x="810648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9" name="Freihandform: Form 37"/>
            <p:cNvSpPr/>
            <p:nvPr/>
          </p:nvSpPr>
          <p:spPr>
            <a:xfrm>
              <a:off x="816480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0" name="Freihandform: Form 38"/>
            <p:cNvSpPr/>
            <p:nvPr/>
          </p:nvSpPr>
          <p:spPr>
            <a:xfrm>
              <a:off x="821340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01" name="Grafik 9"/>
            <p:cNvGrpSpPr/>
            <p:nvPr/>
          </p:nvGrpSpPr>
          <p:grpSpPr>
            <a:xfrm>
              <a:off x="7741440" y="833040"/>
              <a:ext cx="1049040" cy="179640"/>
              <a:chOff x="7741440" y="833040"/>
              <a:chExt cx="1049040" cy="179640"/>
            </a:xfrm>
          </p:grpSpPr>
          <p:sp>
            <p:nvSpPr>
              <p:cNvPr id="902" name="Freihandform: Form 40"/>
              <p:cNvSpPr/>
              <p:nvPr/>
            </p:nvSpPr>
            <p:spPr>
              <a:xfrm>
                <a:off x="823644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3" name="Freihandform: Form 41"/>
              <p:cNvSpPr/>
              <p:nvPr/>
            </p:nvSpPr>
            <p:spPr>
              <a:xfrm>
                <a:off x="8284680" y="833040"/>
                <a:ext cx="35280" cy="4212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4" name="Freihandform: Form 42"/>
              <p:cNvSpPr/>
              <p:nvPr/>
            </p:nvSpPr>
            <p:spPr>
              <a:xfrm>
                <a:off x="7741440" y="91260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5" name="Freihandform: Form 43"/>
              <p:cNvSpPr/>
              <p:nvPr/>
            </p:nvSpPr>
            <p:spPr>
              <a:xfrm>
                <a:off x="8677440" y="91404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06" name="Freihandform: Form 44"/>
          <p:cNvSpPr/>
          <p:nvPr/>
        </p:nvSpPr>
        <p:spPr>
          <a:xfrm>
            <a:off x="-5040" y="407160"/>
            <a:ext cx="336240" cy="29340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400"/>
              <a:gd name="textAreaBottom" fmla="*/ 294120 h 29340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07" name="PlaceHolder 1"/>
          <p:cNvSpPr>
            <a:spLocks noGrp="1"/>
          </p:cNvSpPr>
          <p:nvPr>
            <p:ph type="title"/>
          </p:nvPr>
        </p:nvSpPr>
        <p:spPr>
          <a:xfrm>
            <a:off x="526680" y="330120"/>
            <a:ext cx="682560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08" name="PlaceHolder 2"/>
          <p:cNvSpPr>
            <a:spLocks noGrp="1"/>
          </p:cNvSpPr>
          <p:nvPr>
            <p:ph type="sldNum" idx="35"/>
          </p:nvPr>
        </p:nvSpPr>
        <p:spPr>
          <a:xfrm>
            <a:off x="35640" y="496944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1CAB86BD-14B6-4658-954F-2403CC580E7A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9" name="PlaceHolder 3"/>
          <p:cNvSpPr>
            <a:spLocks noGrp="1"/>
          </p:cNvSpPr>
          <p:nvPr>
            <p:ph type="ftr" idx="36"/>
          </p:nvPr>
        </p:nvSpPr>
        <p:spPr>
          <a:xfrm>
            <a:off x="628560" y="496944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0" name="PlaceHolder 4"/>
          <p:cNvSpPr>
            <a:spLocks noGrp="1"/>
          </p:cNvSpPr>
          <p:nvPr>
            <p:ph type="body"/>
          </p:nvPr>
        </p:nvSpPr>
        <p:spPr>
          <a:xfrm>
            <a:off x="6031080" y="1420560"/>
            <a:ext cx="2589840" cy="34869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11" name="PlaceHolder 5"/>
          <p:cNvSpPr>
            <a:spLocks noGrp="1"/>
          </p:cNvSpPr>
          <p:nvPr>
            <p:ph type="body"/>
          </p:nvPr>
        </p:nvSpPr>
        <p:spPr>
          <a:xfrm>
            <a:off x="522360" y="1420560"/>
            <a:ext cx="5309280" cy="34869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12" name="PlaceHolder 6"/>
          <p:cNvSpPr>
            <a:spLocks noGrp="1"/>
          </p:cNvSpPr>
          <p:nvPr>
            <p:ph type="body"/>
          </p:nvPr>
        </p:nvSpPr>
        <p:spPr>
          <a:xfrm>
            <a:off x="521640" y="1086840"/>
            <a:ext cx="8100000" cy="32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ellen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3" name="Gruppieren 6"/>
          <p:cNvGrpSpPr/>
          <p:nvPr/>
        </p:nvGrpSpPr>
        <p:grpSpPr>
          <a:xfrm>
            <a:off x="-5040" y="4944600"/>
            <a:ext cx="9147960" cy="196560"/>
            <a:chOff x="-5040" y="4944600"/>
            <a:chExt cx="9147960" cy="196560"/>
          </a:xfrm>
        </p:grpSpPr>
        <p:sp>
          <p:nvSpPr>
            <p:cNvPr id="914" name="bk object 18"/>
            <p:cNvSpPr/>
            <p:nvPr/>
          </p:nvSpPr>
          <p:spPr>
            <a:xfrm>
              <a:off x="-5040" y="4944600"/>
              <a:ext cx="483840" cy="19656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5" name="bk object 18"/>
            <p:cNvSpPr/>
            <p:nvPr/>
          </p:nvSpPr>
          <p:spPr>
            <a:xfrm>
              <a:off x="522360" y="4944600"/>
              <a:ext cx="8620560" cy="19656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6" name="Holder 3"/>
            <p:cNvSpPr/>
            <p:nvPr/>
          </p:nvSpPr>
          <p:spPr>
            <a:xfrm>
              <a:off x="8194680" y="4960080"/>
              <a:ext cx="44856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17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18" name="Grafik 9"/>
          <p:cNvGrpSpPr/>
          <p:nvPr/>
        </p:nvGrpSpPr>
        <p:grpSpPr>
          <a:xfrm>
            <a:off x="7741440" y="393480"/>
            <a:ext cx="1049040" cy="619200"/>
            <a:chOff x="7741440" y="393480"/>
            <a:chExt cx="1049040" cy="619200"/>
          </a:xfrm>
        </p:grpSpPr>
        <p:grpSp>
          <p:nvGrpSpPr>
            <p:cNvPr id="919" name="Grafik 9"/>
            <p:cNvGrpSpPr/>
            <p:nvPr/>
          </p:nvGrpSpPr>
          <p:grpSpPr>
            <a:xfrm>
              <a:off x="7741440" y="393480"/>
              <a:ext cx="883800" cy="430920"/>
              <a:chOff x="7741440" y="393480"/>
              <a:chExt cx="883800" cy="430920"/>
            </a:xfrm>
          </p:grpSpPr>
          <p:sp>
            <p:nvSpPr>
              <p:cNvPr id="920" name="Freihandform: Form 20"/>
              <p:cNvSpPr/>
              <p:nvPr/>
            </p:nvSpPr>
            <p:spPr>
              <a:xfrm>
                <a:off x="8358120" y="479880"/>
                <a:ext cx="267120" cy="26712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120"/>
                  <a:gd name="textAreaBottom" fmla="*/ 267840 h 26712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1" name="Freihandform: Form 21"/>
              <p:cNvSpPr/>
              <p:nvPr/>
            </p:nvSpPr>
            <p:spPr>
              <a:xfrm>
                <a:off x="774144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2" name="Freihandform: Form 22"/>
              <p:cNvSpPr/>
              <p:nvPr/>
            </p:nvSpPr>
            <p:spPr>
              <a:xfrm>
                <a:off x="805068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3" name="Freihandform: Form 23"/>
              <p:cNvSpPr/>
              <p:nvPr/>
            </p:nvSpPr>
            <p:spPr>
              <a:xfrm>
                <a:off x="784800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4" name="Freihandform: Form 24"/>
              <p:cNvSpPr/>
              <p:nvPr/>
            </p:nvSpPr>
            <p:spPr>
              <a:xfrm>
                <a:off x="795816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5" name="Freihandform: Form 25"/>
              <p:cNvSpPr/>
              <p:nvPr/>
            </p:nvSpPr>
            <p:spPr>
              <a:xfrm>
                <a:off x="821232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26" name="Freihandform: Form 26"/>
            <p:cNvSpPr/>
            <p:nvPr/>
          </p:nvSpPr>
          <p:spPr>
            <a:xfrm>
              <a:off x="774144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7" name="Freihandform: Form 27"/>
            <p:cNvSpPr/>
            <p:nvPr/>
          </p:nvSpPr>
          <p:spPr>
            <a:xfrm>
              <a:off x="779976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8" name="Freihandform: Form 28"/>
            <p:cNvSpPr/>
            <p:nvPr/>
          </p:nvSpPr>
          <p:spPr>
            <a:xfrm>
              <a:off x="784908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29" name="Grafik 9"/>
            <p:cNvGrpSpPr/>
            <p:nvPr/>
          </p:nvGrpSpPr>
          <p:grpSpPr>
            <a:xfrm>
              <a:off x="7872120" y="833040"/>
              <a:ext cx="74160" cy="40320"/>
              <a:chOff x="7872120" y="833040"/>
              <a:chExt cx="74160" cy="40320"/>
            </a:xfrm>
          </p:grpSpPr>
          <p:sp>
            <p:nvSpPr>
              <p:cNvPr id="930" name="Freihandform: Form 30"/>
              <p:cNvSpPr/>
              <p:nvPr/>
            </p:nvSpPr>
            <p:spPr>
              <a:xfrm>
                <a:off x="787212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1" name="Freihandform: Form 31"/>
              <p:cNvSpPr/>
              <p:nvPr/>
            </p:nvSpPr>
            <p:spPr>
              <a:xfrm>
                <a:off x="7922160" y="833040"/>
                <a:ext cx="24120" cy="4032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32" name="Freihandform: Form 32"/>
            <p:cNvSpPr/>
            <p:nvPr/>
          </p:nvSpPr>
          <p:spPr>
            <a:xfrm>
              <a:off x="795924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33" name="Grafik 9"/>
            <p:cNvGrpSpPr/>
            <p:nvPr/>
          </p:nvGrpSpPr>
          <p:grpSpPr>
            <a:xfrm>
              <a:off x="7979760" y="811080"/>
              <a:ext cx="78120" cy="64080"/>
              <a:chOff x="7979760" y="811080"/>
              <a:chExt cx="78120" cy="64080"/>
            </a:xfrm>
          </p:grpSpPr>
          <p:sp>
            <p:nvSpPr>
              <p:cNvPr id="934" name="Freihandform: Form 34"/>
              <p:cNvSpPr/>
              <p:nvPr/>
            </p:nvSpPr>
            <p:spPr>
              <a:xfrm>
                <a:off x="7979760" y="833040"/>
                <a:ext cx="33480" cy="421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5" name="Freihandform: Form 35"/>
              <p:cNvSpPr/>
              <p:nvPr/>
            </p:nvSpPr>
            <p:spPr>
              <a:xfrm>
                <a:off x="8024400" y="811080"/>
                <a:ext cx="33480" cy="619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1920"/>
                  <a:gd name="textAreaBottom" fmla="*/ 62640 h 6192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36" name="Freihandform: Form 36"/>
            <p:cNvSpPr/>
            <p:nvPr/>
          </p:nvSpPr>
          <p:spPr>
            <a:xfrm>
              <a:off x="810648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7" name="Freihandform: Form 37"/>
            <p:cNvSpPr/>
            <p:nvPr/>
          </p:nvSpPr>
          <p:spPr>
            <a:xfrm>
              <a:off x="816480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8" name="Freihandform: Form 38"/>
            <p:cNvSpPr/>
            <p:nvPr/>
          </p:nvSpPr>
          <p:spPr>
            <a:xfrm>
              <a:off x="821340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39" name="Grafik 9"/>
            <p:cNvGrpSpPr/>
            <p:nvPr/>
          </p:nvGrpSpPr>
          <p:grpSpPr>
            <a:xfrm>
              <a:off x="7741440" y="833040"/>
              <a:ext cx="1049040" cy="179640"/>
              <a:chOff x="7741440" y="833040"/>
              <a:chExt cx="1049040" cy="179640"/>
            </a:xfrm>
          </p:grpSpPr>
          <p:sp>
            <p:nvSpPr>
              <p:cNvPr id="940" name="Freihandform: Form 40"/>
              <p:cNvSpPr/>
              <p:nvPr/>
            </p:nvSpPr>
            <p:spPr>
              <a:xfrm>
                <a:off x="823644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1" name="Freihandform: Form 41"/>
              <p:cNvSpPr/>
              <p:nvPr/>
            </p:nvSpPr>
            <p:spPr>
              <a:xfrm>
                <a:off x="8284680" y="833040"/>
                <a:ext cx="35280" cy="4212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2" name="Freihandform: Form 42"/>
              <p:cNvSpPr/>
              <p:nvPr/>
            </p:nvSpPr>
            <p:spPr>
              <a:xfrm>
                <a:off x="7741440" y="91260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3" name="Freihandform: Form 43"/>
              <p:cNvSpPr/>
              <p:nvPr/>
            </p:nvSpPr>
            <p:spPr>
              <a:xfrm>
                <a:off x="8677440" y="91404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44" name="Freihandform: Form 44"/>
          <p:cNvSpPr/>
          <p:nvPr/>
        </p:nvSpPr>
        <p:spPr>
          <a:xfrm>
            <a:off x="-5040" y="407160"/>
            <a:ext cx="336240" cy="29340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400"/>
              <a:gd name="textAreaBottom" fmla="*/ 294120 h 29340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45" name="PlaceHolder 1"/>
          <p:cNvSpPr>
            <a:spLocks noGrp="1"/>
          </p:cNvSpPr>
          <p:nvPr>
            <p:ph type="title"/>
          </p:nvPr>
        </p:nvSpPr>
        <p:spPr>
          <a:xfrm>
            <a:off x="526680" y="330120"/>
            <a:ext cx="682560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46" name="PlaceHolder 2"/>
          <p:cNvSpPr>
            <a:spLocks noGrp="1"/>
          </p:cNvSpPr>
          <p:nvPr>
            <p:ph type="sldNum" idx="37"/>
          </p:nvPr>
        </p:nvSpPr>
        <p:spPr>
          <a:xfrm>
            <a:off x="35640" y="496944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75911A15-B2EE-43D2-95B6-17EBDA90D62B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7" name="PlaceHolder 3"/>
          <p:cNvSpPr>
            <a:spLocks noGrp="1"/>
          </p:cNvSpPr>
          <p:nvPr>
            <p:ph type="ftr" idx="38"/>
          </p:nvPr>
        </p:nvSpPr>
        <p:spPr>
          <a:xfrm>
            <a:off x="628560" y="496944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8" name="PlaceHolder 4"/>
          <p:cNvSpPr>
            <a:spLocks noGrp="1"/>
          </p:cNvSpPr>
          <p:nvPr>
            <p:ph type="body"/>
          </p:nvPr>
        </p:nvSpPr>
        <p:spPr>
          <a:xfrm>
            <a:off x="521640" y="1420560"/>
            <a:ext cx="2589840" cy="34869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49" name="PlaceHolder 5"/>
          <p:cNvSpPr>
            <a:spLocks noGrp="1"/>
          </p:cNvSpPr>
          <p:nvPr>
            <p:ph type="body"/>
          </p:nvPr>
        </p:nvSpPr>
        <p:spPr>
          <a:xfrm>
            <a:off x="3311640" y="1420560"/>
            <a:ext cx="5309280" cy="34869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50" name="PlaceHolder 6"/>
          <p:cNvSpPr>
            <a:spLocks noGrp="1"/>
          </p:cNvSpPr>
          <p:nvPr>
            <p:ph type="body"/>
          </p:nvPr>
        </p:nvSpPr>
        <p:spPr>
          <a:xfrm>
            <a:off x="521640" y="1086840"/>
            <a:ext cx="8100000" cy="32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er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1" name="Gruppieren 6"/>
          <p:cNvGrpSpPr/>
          <p:nvPr/>
        </p:nvGrpSpPr>
        <p:grpSpPr>
          <a:xfrm>
            <a:off x="-5040" y="4944600"/>
            <a:ext cx="9147960" cy="196560"/>
            <a:chOff x="-5040" y="4944600"/>
            <a:chExt cx="9147960" cy="196560"/>
          </a:xfrm>
        </p:grpSpPr>
        <p:sp>
          <p:nvSpPr>
            <p:cNvPr id="952" name="bk object 18"/>
            <p:cNvSpPr/>
            <p:nvPr/>
          </p:nvSpPr>
          <p:spPr>
            <a:xfrm>
              <a:off x="-5040" y="4944600"/>
              <a:ext cx="483840" cy="19656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3" name="bk object 18"/>
            <p:cNvSpPr/>
            <p:nvPr/>
          </p:nvSpPr>
          <p:spPr>
            <a:xfrm>
              <a:off x="522360" y="4944600"/>
              <a:ext cx="8620560" cy="19656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4" name="Holder 3"/>
            <p:cNvSpPr/>
            <p:nvPr/>
          </p:nvSpPr>
          <p:spPr>
            <a:xfrm>
              <a:off x="8194680" y="4960080"/>
              <a:ext cx="44856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55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56" name="Grafik 9"/>
          <p:cNvGrpSpPr/>
          <p:nvPr/>
        </p:nvGrpSpPr>
        <p:grpSpPr>
          <a:xfrm>
            <a:off x="7741440" y="393480"/>
            <a:ext cx="1049040" cy="619200"/>
            <a:chOff x="7741440" y="393480"/>
            <a:chExt cx="1049040" cy="619200"/>
          </a:xfrm>
        </p:grpSpPr>
        <p:grpSp>
          <p:nvGrpSpPr>
            <p:cNvPr id="957" name="Grafik 9"/>
            <p:cNvGrpSpPr/>
            <p:nvPr/>
          </p:nvGrpSpPr>
          <p:grpSpPr>
            <a:xfrm>
              <a:off x="7741440" y="393480"/>
              <a:ext cx="883800" cy="430920"/>
              <a:chOff x="7741440" y="393480"/>
              <a:chExt cx="883800" cy="430920"/>
            </a:xfrm>
          </p:grpSpPr>
          <p:sp>
            <p:nvSpPr>
              <p:cNvPr id="958" name="Freihandform: Form 20"/>
              <p:cNvSpPr/>
              <p:nvPr/>
            </p:nvSpPr>
            <p:spPr>
              <a:xfrm>
                <a:off x="8358120" y="479880"/>
                <a:ext cx="267120" cy="26712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120"/>
                  <a:gd name="textAreaBottom" fmla="*/ 267840 h 26712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9" name="Freihandform: Form 21"/>
              <p:cNvSpPr/>
              <p:nvPr/>
            </p:nvSpPr>
            <p:spPr>
              <a:xfrm>
                <a:off x="774144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0" name="Freihandform: Form 22"/>
              <p:cNvSpPr/>
              <p:nvPr/>
            </p:nvSpPr>
            <p:spPr>
              <a:xfrm>
                <a:off x="805068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1" name="Freihandform: Form 23"/>
              <p:cNvSpPr/>
              <p:nvPr/>
            </p:nvSpPr>
            <p:spPr>
              <a:xfrm>
                <a:off x="784800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2" name="Freihandform: Form 24"/>
              <p:cNvSpPr/>
              <p:nvPr/>
            </p:nvSpPr>
            <p:spPr>
              <a:xfrm>
                <a:off x="795816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3" name="Freihandform: Form 25"/>
              <p:cNvSpPr/>
              <p:nvPr/>
            </p:nvSpPr>
            <p:spPr>
              <a:xfrm>
                <a:off x="821232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64" name="Freihandform: Form 26"/>
            <p:cNvSpPr/>
            <p:nvPr/>
          </p:nvSpPr>
          <p:spPr>
            <a:xfrm>
              <a:off x="774144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5" name="Freihandform: Form 27"/>
            <p:cNvSpPr/>
            <p:nvPr/>
          </p:nvSpPr>
          <p:spPr>
            <a:xfrm>
              <a:off x="779976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6" name="Freihandform: Form 28"/>
            <p:cNvSpPr/>
            <p:nvPr/>
          </p:nvSpPr>
          <p:spPr>
            <a:xfrm>
              <a:off x="784908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67" name="Grafik 9"/>
            <p:cNvGrpSpPr/>
            <p:nvPr/>
          </p:nvGrpSpPr>
          <p:grpSpPr>
            <a:xfrm>
              <a:off x="7872120" y="833040"/>
              <a:ext cx="74160" cy="40320"/>
              <a:chOff x="7872120" y="833040"/>
              <a:chExt cx="74160" cy="40320"/>
            </a:xfrm>
          </p:grpSpPr>
          <p:sp>
            <p:nvSpPr>
              <p:cNvPr id="968" name="Freihandform: Form 30"/>
              <p:cNvSpPr/>
              <p:nvPr/>
            </p:nvSpPr>
            <p:spPr>
              <a:xfrm>
                <a:off x="787212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9" name="Freihandform: Form 31"/>
              <p:cNvSpPr/>
              <p:nvPr/>
            </p:nvSpPr>
            <p:spPr>
              <a:xfrm>
                <a:off x="7922160" y="833040"/>
                <a:ext cx="24120" cy="4032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70" name="Freihandform: Form 32"/>
            <p:cNvSpPr/>
            <p:nvPr/>
          </p:nvSpPr>
          <p:spPr>
            <a:xfrm>
              <a:off x="795924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71" name="Grafik 9"/>
            <p:cNvGrpSpPr/>
            <p:nvPr/>
          </p:nvGrpSpPr>
          <p:grpSpPr>
            <a:xfrm>
              <a:off x="7979760" y="811080"/>
              <a:ext cx="78120" cy="64080"/>
              <a:chOff x="7979760" y="811080"/>
              <a:chExt cx="78120" cy="64080"/>
            </a:xfrm>
          </p:grpSpPr>
          <p:sp>
            <p:nvSpPr>
              <p:cNvPr id="972" name="Freihandform: Form 34"/>
              <p:cNvSpPr/>
              <p:nvPr/>
            </p:nvSpPr>
            <p:spPr>
              <a:xfrm>
                <a:off x="7979760" y="833040"/>
                <a:ext cx="33480" cy="421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3" name="Freihandform: Form 35"/>
              <p:cNvSpPr/>
              <p:nvPr/>
            </p:nvSpPr>
            <p:spPr>
              <a:xfrm>
                <a:off x="8024400" y="811080"/>
                <a:ext cx="33480" cy="619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1920"/>
                  <a:gd name="textAreaBottom" fmla="*/ 62640 h 6192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74" name="Freihandform: Form 36"/>
            <p:cNvSpPr/>
            <p:nvPr/>
          </p:nvSpPr>
          <p:spPr>
            <a:xfrm>
              <a:off x="810648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5" name="Freihandform: Form 37"/>
            <p:cNvSpPr/>
            <p:nvPr/>
          </p:nvSpPr>
          <p:spPr>
            <a:xfrm>
              <a:off x="816480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6" name="Freihandform: Form 38"/>
            <p:cNvSpPr/>
            <p:nvPr/>
          </p:nvSpPr>
          <p:spPr>
            <a:xfrm>
              <a:off x="821340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77" name="Grafik 9"/>
            <p:cNvGrpSpPr/>
            <p:nvPr/>
          </p:nvGrpSpPr>
          <p:grpSpPr>
            <a:xfrm>
              <a:off x="7741440" y="833040"/>
              <a:ext cx="1049040" cy="179640"/>
              <a:chOff x="7741440" y="833040"/>
              <a:chExt cx="1049040" cy="179640"/>
            </a:xfrm>
          </p:grpSpPr>
          <p:sp>
            <p:nvSpPr>
              <p:cNvPr id="978" name="Freihandform: Form 40"/>
              <p:cNvSpPr/>
              <p:nvPr/>
            </p:nvSpPr>
            <p:spPr>
              <a:xfrm>
                <a:off x="823644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9" name="Freihandform: Form 41"/>
              <p:cNvSpPr/>
              <p:nvPr/>
            </p:nvSpPr>
            <p:spPr>
              <a:xfrm>
                <a:off x="8284680" y="833040"/>
                <a:ext cx="35280" cy="4212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0" name="Freihandform: Form 42"/>
              <p:cNvSpPr/>
              <p:nvPr/>
            </p:nvSpPr>
            <p:spPr>
              <a:xfrm>
                <a:off x="7741440" y="91260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1" name="Freihandform: Form 43"/>
              <p:cNvSpPr/>
              <p:nvPr/>
            </p:nvSpPr>
            <p:spPr>
              <a:xfrm>
                <a:off x="8677440" y="91404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82" name="Freihandform: Form 44"/>
          <p:cNvSpPr/>
          <p:nvPr/>
        </p:nvSpPr>
        <p:spPr>
          <a:xfrm>
            <a:off x="-5040" y="407160"/>
            <a:ext cx="336240" cy="29340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400"/>
              <a:gd name="textAreaBottom" fmla="*/ 294120 h 29340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83" name="PlaceHolder 1"/>
          <p:cNvSpPr>
            <a:spLocks noGrp="1"/>
          </p:cNvSpPr>
          <p:nvPr>
            <p:ph type="title"/>
          </p:nvPr>
        </p:nvSpPr>
        <p:spPr>
          <a:xfrm>
            <a:off x="526680" y="330120"/>
            <a:ext cx="682560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84" name="PlaceHolder 2"/>
          <p:cNvSpPr>
            <a:spLocks noGrp="1"/>
          </p:cNvSpPr>
          <p:nvPr>
            <p:ph type="ftr" idx="39"/>
          </p:nvPr>
        </p:nvSpPr>
        <p:spPr>
          <a:xfrm>
            <a:off x="628560" y="496944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5" name="PlaceHolder 3"/>
          <p:cNvSpPr>
            <a:spLocks noGrp="1"/>
          </p:cNvSpPr>
          <p:nvPr>
            <p:ph type="sldNum" idx="40"/>
          </p:nvPr>
        </p:nvSpPr>
        <p:spPr>
          <a:xfrm>
            <a:off x="35640" y="496944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16EA1C31-D618-43CA-8923-B90AE111D617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6" name="PlaceHolder 4"/>
          <p:cNvSpPr>
            <a:spLocks noGrp="1"/>
          </p:cNvSpPr>
          <p:nvPr>
            <p:ph type="body"/>
          </p:nvPr>
        </p:nvSpPr>
        <p:spPr>
          <a:xfrm>
            <a:off x="522360" y="1420560"/>
            <a:ext cx="3940560" cy="163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87" name="PlaceHolder 5"/>
          <p:cNvSpPr>
            <a:spLocks noGrp="1"/>
          </p:cNvSpPr>
          <p:nvPr>
            <p:ph type="body"/>
          </p:nvPr>
        </p:nvSpPr>
        <p:spPr>
          <a:xfrm>
            <a:off x="4680000" y="1420560"/>
            <a:ext cx="3940560" cy="163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88" name="PlaceHolder 6"/>
          <p:cNvSpPr>
            <a:spLocks noGrp="1"/>
          </p:cNvSpPr>
          <p:nvPr>
            <p:ph type="body"/>
          </p:nvPr>
        </p:nvSpPr>
        <p:spPr>
          <a:xfrm>
            <a:off x="522360" y="3183840"/>
            <a:ext cx="3940560" cy="163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89" name="PlaceHolder 7"/>
          <p:cNvSpPr>
            <a:spLocks noGrp="1"/>
          </p:cNvSpPr>
          <p:nvPr>
            <p:ph type="body"/>
          </p:nvPr>
        </p:nvSpPr>
        <p:spPr>
          <a:xfrm>
            <a:off x="4680000" y="3183840"/>
            <a:ext cx="3942360" cy="163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e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0" name="Gruppieren 6"/>
          <p:cNvGrpSpPr/>
          <p:nvPr/>
        </p:nvGrpSpPr>
        <p:grpSpPr>
          <a:xfrm>
            <a:off x="-5040" y="4944600"/>
            <a:ext cx="9147960" cy="196560"/>
            <a:chOff x="-5040" y="4944600"/>
            <a:chExt cx="9147960" cy="196560"/>
          </a:xfrm>
        </p:grpSpPr>
        <p:sp>
          <p:nvSpPr>
            <p:cNvPr id="991" name="bk object 18"/>
            <p:cNvSpPr/>
            <p:nvPr/>
          </p:nvSpPr>
          <p:spPr>
            <a:xfrm>
              <a:off x="-5040" y="4944600"/>
              <a:ext cx="483840" cy="19656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2" name="bk object 18"/>
            <p:cNvSpPr/>
            <p:nvPr/>
          </p:nvSpPr>
          <p:spPr>
            <a:xfrm>
              <a:off x="522360" y="4944600"/>
              <a:ext cx="8620560" cy="19656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3" name="Holder 3"/>
            <p:cNvSpPr/>
            <p:nvPr/>
          </p:nvSpPr>
          <p:spPr>
            <a:xfrm>
              <a:off x="8194680" y="4960080"/>
              <a:ext cx="44856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94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95" name="Grafik 9"/>
          <p:cNvGrpSpPr/>
          <p:nvPr/>
        </p:nvGrpSpPr>
        <p:grpSpPr>
          <a:xfrm>
            <a:off x="7741440" y="393480"/>
            <a:ext cx="1049040" cy="619200"/>
            <a:chOff x="7741440" y="393480"/>
            <a:chExt cx="1049040" cy="619200"/>
          </a:xfrm>
        </p:grpSpPr>
        <p:grpSp>
          <p:nvGrpSpPr>
            <p:cNvPr id="996" name="Grafik 9"/>
            <p:cNvGrpSpPr/>
            <p:nvPr/>
          </p:nvGrpSpPr>
          <p:grpSpPr>
            <a:xfrm>
              <a:off x="7741440" y="393480"/>
              <a:ext cx="883800" cy="430920"/>
              <a:chOff x="7741440" y="393480"/>
              <a:chExt cx="883800" cy="430920"/>
            </a:xfrm>
          </p:grpSpPr>
          <p:sp>
            <p:nvSpPr>
              <p:cNvPr id="997" name="Freihandform: Form 20"/>
              <p:cNvSpPr/>
              <p:nvPr/>
            </p:nvSpPr>
            <p:spPr>
              <a:xfrm>
                <a:off x="8358120" y="479880"/>
                <a:ext cx="267120" cy="26712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120"/>
                  <a:gd name="textAreaBottom" fmla="*/ 267840 h 26712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8" name="Freihandform: Form 21"/>
              <p:cNvSpPr/>
              <p:nvPr/>
            </p:nvSpPr>
            <p:spPr>
              <a:xfrm>
                <a:off x="774144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9" name="Freihandform: Form 22"/>
              <p:cNvSpPr/>
              <p:nvPr/>
            </p:nvSpPr>
            <p:spPr>
              <a:xfrm>
                <a:off x="805068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0" name="Freihandform: Form 23"/>
              <p:cNvSpPr/>
              <p:nvPr/>
            </p:nvSpPr>
            <p:spPr>
              <a:xfrm>
                <a:off x="784800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1" name="Freihandform: Form 24"/>
              <p:cNvSpPr/>
              <p:nvPr/>
            </p:nvSpPr>
            <p:spPr>
              <a:xfrm>
                <a:off x="795816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2" name="Freihandform: Form 25"/>
              <p:cNvSpPr/>
              <p:nvPr/>
            </p:nvSpPr>
            <p:spPr>
              <a:xfrm>
                <a:off x="821232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03" name="Freihandform: Form 26"/>
            <p:cNvSpPr/>
            <p:nvPr/>
          </p:nvSpPr>
          <p:spPr>
            <a:xfrm>
              <a:off x="774144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4" name="Freihandform: Form 27"/>
            <p:cNvSpPr/>
            <p:nvPr/>
          </p:nvSpPr>
          <p:spPr>
            <a:xfrm>
              <a:off x="779976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5" name="Freihandform: Form 28"/>
            <p:cNvSpPr/>
            <p:nvPr/>
          </p:nvSpPr>
          <p:spPr>
            <a:xfrm>
              <a:off x="784908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06" name="Grafik 9"/>
            <p:cNvGrpSpPr/>
            <p:nvPr/>
          </p:nvGrpSpPr>
          <p:grpSpPr>
            <a:xfrm>
              <a:off x="7872120" y="833040"/>
              <a:ext cx="74160" cy="40320"/>
              <a:chOff x="7872120" y="833040"/>
              <a:chExt cx="74160" cy="40320"/>
            </a:xfrm>
          </p:grpSpPr>
          <p:sp>
            <p:nvSpPr>
              <p:cNvPr id="1007" name="Freihandform: Form 30"/>
              <p:cNvSpPr/>
              <p:nvPr/>
            </p:nvSpPr>
            <p:spPr>
              <a:xfrm>
                <a:off x="787212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8" name="Freihandform: Form 31"/>
              <p:cNvSpPr/>
              <p:nvPr/>
            </p:nvSpPr>
            <p:spPr>
              <a:xfrm>
                <a:off x="7922160" y="833040"/>
                <a:ext cx="24120" cy="4032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09" name="Freihandform: Form 32"/>
            <p:cNvSpPr/>
            <p:nvPr/>
          </p:nvSpPr>
          <p:spPr>
            <a:xfrm>
              <a:off x="795924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10" name="Grafik 9"/>
            <p:cNvGrpSpPr/>
            <p:nvPr/>
          </p:nvGrpSpPr>
          <p:grpSpPr>
            <a:xfrm>
              <a:off x="7979760" y="811080"/>
              <a:ext cx="78120" cy="64080"/>
              <a:chOff x="7979760" y="811080"/>
              <a:chExt cx="78120" cy="64080"/>
            </a:xfrm>
          </p:grpSpPr>
          <p:sp>
            <p:nvSpPr>
              <p:cNvPr id="1011" name="Freihandform: Form 34"/>
              <p:cNvSpPr/>
              <p:nvPr/>
            </p:nvSpPr>
            <p:spPr>
              <a:xfrm>
                <a:off x="7979760" y="833040"/>
                <a:ext cx="33480" cy="421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2" name="Freihandform: Form 35"/>
              <p:cNvSpPr/>
              <p:nvPr/>
            </p:nvSpPr>
            <p:spPr>
              <a:xfrm>
                <a:off x="8024400" y="811080"/>
                <a:ext cx="33480" cy="619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1920"/>
                  <a:gd name="textAreaBottom" fmla="*/ 62640 h 6192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13" name="Freihandform: Form 36"/>
            <p:cNvSpPr/>
            <p:nvPr/>
          </p:nvSpPr>
          <p:spPr>
            <a:xfrm>
              <a:off x="810648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4" name="Freihandform: Form 37"/>
            <p:cNvSpPr/>
            <p:nvPr/>
          </p:nvSpPr>
          <p:spPr>
            <a:xfrm>
              <a:off x="816480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5" name="Freihandform: Form 38"/>
            <p:cNvSpPr/>
            <p:nvPr/>
          </p:nvSpPr>
          <p:spPr>
            <a:xfrm>
              <a:off x="821340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16" name="Grafik 9"/>
            <p:cNvGrpSpPr/>
            <p:nvPr/>
          </p:nvGrpSpPr>
          <p:grpSpPr>
            <a:xfrm>
              <a:off x="7741440" y="833040"/>
              <a:ext cx="1049040" cy="179640"/>
              <a:chOff x="7741440" y="833040"/>
              <a:chExt cx="1049040" cy="179640"/>
            </a:xfrm>
          </p:grpSpPr>
          <p:sp>
            <p:nvSpPr>
              <p:cNvPr id="1017" name="Freihandform: Form 40"/>
              <p:cNvSpPr/>
              <p:nvPr/>
            </p:nvSpPr>
            <p:spPr>
              <a:xfrm>
                <a:off x="823644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8" name="Freihandform: Form 41"/>
              <p:cNvSpPr/>
              <p:nvPr/>
            </p:nvSpPr>
            <p:spPr>
              <a:xfrm>
                <a:off x="8284680" y="833040"/>
                <a:ext cx="35280" cy="4212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9" name="Freihandform: Form 42"/>
              <p:cNvSpPr/>
              <p:nvPr/>
            </p:nvSpPr>
            <p:spPr>
              <a:xfrm>
                <a:off x="7741440" y="91260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0" name="Freihandform: Form 43"/>
              <p:cNvSpPr/>
              <p:nvPr/>
            </p:nvSpPr>
            <p:spPr>
              <a:xfrm>
                <a:off x="8677440" y="91404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21" name="Freihandform: Form 44"/>
          <p:cNvSpPr/>
          <p:nvPr/>
        </p:nvSpPr>
        <p:spPr>
          <a:xfrm>
            <a:off x="-5040" y="407160"/>
            <a:ext cx="336240" cy="29340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400"/>
              <a:gd name="textAreaBottom" fmla="*/ 294120 h 29340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22" name="PlaceHolder 1"/>
          <p:cNvSpPr>
            <a:spLocks noGrp="1"/>
          </p:cNvSpPr>
          <p:nvPr>
            <p:ph type="title"/>
          </p:nvPr>
        </p:nvSpPr>
        <p:spPr>
          <a:xfrm>
            <a:off x="526680" y="330120"/>
            <a:ext cx="682560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23" name="PlaceHolder 2"/>
          <p:cNvSpPr>
            <a:spLocks noGrp="1"/>
          </p:cNvSpPr>
          <p:nvPr>
            <p:ph type="ftr" idx="41"/>
          </p:nvPr>
        </p:nvSpPr>
        <p:spPr>
          <a:xfrm>
            <a:off x="628560" y="496944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4" name="PlaceHolder 3"/>
          <p:cNvSpPr>
            <a:spLocks noGrp="1"/>
          </p:cNvSpPr>
          <p:nvPr>
            <p:ph type="sldNum" idx="42"/>
          </p:nvPr>
        </p:nvSpPr>
        <p:spPr>
          <a:xfrm>
            <a:off x="35640" y="496944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D6AC932C-0B2F-4D13-A93E-11B389AA7DEF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5" name="PlaceHolder 4"/>
          <p:cNvSpPr>
            <a:spLocks noGrp="1"/>
          </p:cNvSpPr>
          <p:nvPr>
            <p:ph type="body"/>
          </p:nvPr>
        </p:nvSpPr>
        <p:spPr>
          <a:xfrm>
            <a:off x="522360" y="1420560"/>
            <a:ext cx="3940560" cy="34869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26" name="PlaceHolder 5"/>
          <p:cNvSpPr>
            <a:spLocks noGrp="1"/>
          </p:cNvSpPr>
          <p:nvPr>
            <p:ph type="body"/>
          </p:nvPr>
        </p:nvSpPr>
        <p:spPr>
          <a:xfrm>
            <a:off x="4680000" y="1420560"/>
            <a:ext cx="3942360" cy="34869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27" name="PlaceHolder 6"/>
          <p:cNvSpPr>
            <a:spLocks noGrp="1"/>
          </p:cNvSpPr>
          <p:nvPr>
            <p:ph type="body"/>
          </p:nvPr>
        </p:nvSpPr>
        <p:spPr>
          <a:xfrm>
            <a:off x="521640" y="1086840"/>
            <a:ext cx="8100000" cy="32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Bild rech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8" name="Gruppieren 6"/>
          <p:cNvGrpSpPr/>
          <p:nvPr/>
        </p:nvGrpSpPr>
        <p:grpSpPr>
          <a:xfrm>
            <a:off x="-5040" y="4944600"/>
            <a:ext cx="9147960" cy="196560"/>
            <a:chOff x="-5040" y="4944600"/>
            <a:chExt cx="9147960" cy="196560"/>
          </a:xfrm>
        </p:grpSpPr>
        <p:sp>
          <p:nvSpPr>
            <p:cNvPr id="1029" name="bk object 18"/>
            <p:cNvSpPr/>
            <p:nvPr/>
          </p:nvSpPr>
          <p:spPr>
            <a:xfrm>
              <a:off x="-5040" y="4944600"/>
              <a:ext cx="483840" cy="19656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0" name="bk object 18"/>
            <p:cNvSpPr/>
            <p:nvPr/>
          </p:nvSpPr>
          <p:spPr>
            <a:xfrm>
              <a:off x="522360" y="4944600"/>
              <a:ext cx="8620560" cy="19656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1" name="Holder 3"/>
            <p:cNvSpPr/>
            <p:nvPr/>
          </p:nvSpPr>
          <p:spPr>
            <a:xfrm>
              <a:off x="8194680" y="4960080"/>
              <a:ext cx="44856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32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033" name="Grafik 9"/>
          <p:cNvGrpSpPr/>
          <p:nvPr/>
        </p:nvGrpSpPr>
        <p:grpSpPr>
          <a:xfrm>
            <a:off x="7741440" y="393480"/>
            <a:ext cx="1049040" cy="619200"/>
            <a:chOff x="7741440" y="393480"/>
            <a:chExt cx="1049040" cy="619200"/>
          </a:xfrm>
        </p:grpSpPr>
        <p:grpSp>
          <p:nvGrpSpPr>
            <p:cNvPr id="1034" name="Grafik 9"/>
            <p:cNvGrpSpPr/>
            <p:nvPr/>
          </p:nvGrpSpPr>
          <p:grpSpPr>
            <a:xfrm>
              <a:off x="7741440" y="393480"/>
              <a:ext cx="883800" cy="430920"/>
              <a:chOff x="7741440" y="393480"/>
              <a:chExt cx="883800" cy="430920"/>
            </a:xfrm>
          </p:grpSpPr>
          <p:sp>
            <p:nvSpPr>
              <p:cNvPr id="1035" name="Freihandform: Form 20"/>
              <p:cNvSpPr/>
              <p:nvPr/>
            </p:nvSpPr>
            <p:spPr>
              <a:xfrm>
                <a:off x="8358120" y="479880"/>
                <a:ext cx="267120" cy="26712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120"/>
                  <a:gd name="textAreaBottom" fmla="*/ 267840 h 26712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6" name="Freihandform: Form 21"/>
              <p:cNvSpPr/>
              <p:nvPr/>
            </p:nvSpPr>
            <p:spPr>
              <a:xfrm>
                <a:off x="774144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7" name="Freihandform: Form 22"/>
              <p:cNvSpPr/>
              <p:nvPr/>
            </p:nvSpPr>
            <p:spPr>
              <a:xfrm>
                <a:off x="805068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8" name="Freihandform: Form 23"/>
              <p:cNvSpPr/>
              <p:nvPr/>
            </p:nvSpPr>
            <p:spPr>
              <a:xfrm>
                <a:off x="784800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9" name="Freihandform: Form 24"/>
              <p:cNvSpPr/>
              <p:nvPr/>
            </p:nvSpPr>
            <p:spPr>
              <a:xfrm>
                <a:off x="795816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0" name="Freihandform: Form 25"/>
              <p:cNvSpPr/>
              <p:nvPr/>
            </p:nvSpPr>
            <p:spPr>
              <a:xfrm>
                <a:off x="821232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41" name="Freihandform: Form 26"/>
            <p:cNvSpPr/>
            <p:nvPr/>
          </p:nvSpPr>
          <p:spPr>
            <a:xfrm>
              <a:off x="774144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2" name="Freihandform: Form 27"/>
            <p:cNvSpPr/>
            <p:nvPr/>
          </p:nvSpPr>
          <p:spPr>
            <a:xfrm>
              <a:off x="779976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3" name="Freihandform: Form 28"/>
            <p:cNvSpPr/>
            <p:nvPr/>
          </p:nvSpPr>
          <p:spPr>
            <a:xfrm>
              <a:off x="784908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44" name="Grafik 9"/>
            <p:cNvGrpSpPr/>
            <p:nvPr/>
          </p:nvGrpSpPr>
          <p:grpSpPr>
            <a:xfrm>
              <a:off x="7872120" y="833040"/>
              <a:ext cx="74160" cy="40320"/>
              <a:chOff x="7872120" y="833040"/>
              <a:chExt cx="74160" cy="40320"/>
            </a:xfrm>
          </p:grpSpPr>
          <p:sp>
            <p:nvSpPr>
              <p:cNvPr id="1045" name="Freihandform: Form 30"/>
              <p:cNvSpPr/>
              <p:nvPr/>
            </p:nvSpPr>
            <p:spPr>
              <a:xfrm>
                <a:off x="787212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6" name="Freihandform: Form 31"/>
              <p:cNvSpPr/>
              <p:nvPr/>
            </p:nvSpPr>
            <p:spPr>
              <a:xfrm>
                <a:off x="7922160" y="833040"/>
                <a:ext cx="24120" cy="4032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47" name="Freihandform: Form 32"/>
            <p:cNvSpPr/>
            <p:nvPr/>
          </p:nvSpPr>
          <p:spPr>
            <a:xfrm>
              <a:off x="795924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48" name="Grafik 9"/>
            <p:cNvGrpSpPr/>
            <p:nvPr/>
          </p:nvGrpSpPr>
          <p:grpSpPr>
            <a:xfrm>
              <a:off x="7979760" y="811080"/>
              <a:ext cx="78120" cy="64080"/>
              <a:chOff x="7979760" y="811080"/>
              <a:chExt cx="78120" cy="64080"/>
            </a:xfrm>
          </p:grpSpPr>
          <p:sp>
            <p:nvSpPr>
              <p:cNvPr id="1049" name="Freihandform: Form 34"/>
              <p:cNvSpPr/>
              <p:nvPr/>
            </p:nvSpPr>
            <p:spPr>
              <a:xfrm>
                <a:off x="7979760" y="833040"/>
                <a:ext cx="33480" cy="421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0" name="Freihandform: Form 35"/>
              <p:cNvSpPr/>
              <p:nvPr/>
            </p:nvSpPr>
            <p:spPr>
              <a:xfrm>
                <a:off x="8024400" y="811080"/>
                <a:ext cx="33480" cy="619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1920"/>
                  <a:gd name="textAreaBottom" fmla="*/ 62640 h 6192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51" name="Freihandform: Form 36"/>
            <p:cNvSpPr/>
            <p:nvPr/>
          </p:nvSpPr>
          <p:spPr>
            <a:xfrm>
              <a:off x="810648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2" name="Freihandform: Form 37"/>
            <p:cNvSpPr/>
            <p:nvPr/>
          </p:nvSpPr>
          <p:spPr>
            <a:xfrm>
              <a:off x="816480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3" name="Freihandform: Form 38"/>
            <p:cNvSpPr/>
            <p:nvPr/>
          </p:nvSpPr>
          <p:spPr>
            <a:xfrm>
              <a:off x="821340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54" name="Grafik 9"/>
            <p:cNvGrpSpPr/>
            <p:nvPr/>
          </p:nvGrpSpPr>
          <p:grpSpPr>
            <a:xfrm>
              <a:off x="7741440" y="833040"/>
              <a:ext cx="1049040" cy="179640"/>
              <a:chOff x="7741440" y="833040"/>
              <a:chExt cx="1049040" cy="179640"/>
            </a:xfrm>
          </p:grpSpPr>
          <p:sp>
            <p:nvSpPr>
              <p:cNvPr id="1055" name="Freihandform: Form 40"/>
              <p:cNvSpPr/>
              <p:nvPr/>
            </p:nvSpPr>
            <p:spPr>
              <a:xfrm>
                <a:off x="823644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6" name="Freihandform: Form 41"/>
              <p:cNvSpPr/>
              <p:nvPr/>
            </p:nvSpPr>
            <p:spPr>
              <a:xfrm>
                <a:off x="8284680" y="833040"/>
                <a:ext cx="35280" cy="4212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7" name="Freihandform: Form 42"/>
              <p:cNvSpPr/>
              <p:nvPr/>
            </p:nvSpPr>
            <p:spPr>
              <a:xfrm>
                <a:off x="7741440" y="91260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8" name="Freihandform: Form 43"/>
              <p:cNvSpPr/>
              <p:nvPr/>
            </p:nvSpPr>
            <p:spPr>
              <a:xfrm>
                <a:off x="8677440" y="91404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59" name="Freihandform: Form 44"/>
          <p:cNvSpPr/>
          <p:nvPr/>
        </p:nvSpPr>
        <p:spPr>
          <a:xfrm>
            <a:off x="-5040" y="407160"/>
            <a:ext cx="336240" cy="29340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400"/>
              <a:gd name="textAreaBottom" fmla="*/ 294120 h 29340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60" name="PlaceHolder 1"/>
          <p:cNvSpPr>
            <a:spLocks noGrp="1"/>
          </p:cNvSpPr>
          <p:nvPr>
            <p:ph type="title"/>
          </p:nvPr>
        </p:nvSpPr>
        <p:spPr>
          <a:xfrm>
            <a:off x="526680" y="330120"/>
            <a:ext cx="682560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61" name="PlaceHolder 2"/>
          <p:cNvSpPr>
            <a:spLocks noGrp="1"/>
          </p:cNvSpPr>
          <p:nvPr>
            <p:ph type="ftr" idx="43"/>
          </p:nvPr>
        </p:nvSpPr>
        <p:spPr>
          <a:xfrm>
            <a:off x="628560" y="496944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2" name="PlaceHolder 3"/>
          <p:cNvSpPr>
            <a:spLocks noGrp="1"/>
          </p:cNvSpPr>
          <p:nvPr>
            <p:ph type="sldNum" idx="44"/>
          </p:nvPr>
        </p:nvSpPr>
        <p:spPr>
          <a:xfrm>
            <a:off x="35640" y="496944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B4F8877A-FE46-4C31-BD2E-A26C1FAE247A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3" name="PlaceHolder 4"/>
          <p:cNvSpPr>
            <a:spLocks noGrp="1"/>
          </p:cNvSpPr>
          <p:nvPr>
            <p:ph type="body"/>
          </p:nvPr>
        </p:nvSpPr>
        <p:spPr>
          <a:xfrm>
            <a:off x="4625640" y="1420560"/>
            <a:ext cx="4517280" cy="34869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64" name="PlaceHolder 5"/>
          <p:cNvSpPr>
            <a:spLocks noGrp="1"/>
          </p:cNvSpPr>
          <p:nvPr>
            <p:ph type="body"/>
          </p:nvPr>
        </p:nvSpPr>
        <p:spPr>
          <a:xfrm>
            <a:off x="521640" y="1420560"/>
            <a:ext cx="3753360" cy="34869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65" name="PlaceHolder 6"/>
          <p:cNvSpPr>
            <a:spLocks noGrp="1"/>
          </p:cNvSpPr>
          <p:nvPr>
            <p:ph type="body"/>
          </p:nvPr>
        </p:nvSpPr>
        <p:spPr>
          <a:xfrm>
            <a:off x="521640" y="1086840"/>
            <a:ext cx="3753360" cy="32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zwei Bilder rech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6" name="Gruppieren 6"/>
          <p:cNvGrpSpPr/>
          <p:nvPr/>
        </p:nvGrpSpPr>
        <p:grpSpPr>
          <a:xfrm>
            <a:off x="-5040" y="4944600"/>
            <a:ext cx="9147960" cy="196560"/>
            <a:chOff x="-5040" y="4944600"/>
            <a:chExt cx="9147960" cy="196560"/>
          </a:xfrm>
        </p:grpSpPr>
        <p:sp>
          <p:nvSpPr>
            <p:cNvPr id="1067" name="bk object 18"/>
            <p:cNvSpPr/>
            <p:nvPr/>
          </p:nvSpPr>
          <p:spPr>
            <a:xfrm>
              <a:off x="-5040" y="4944600"/>
              <a:ext cx="483840" cy="19656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8" name="bk object 18"/>
            <p:cNvSpPr/>
            <p:nvPr/>
          </p:nvSpPr>
          <p:spPr>
            <a:xfrm>
              <a:off x="522360" y="4944600"/>
              <a:ext cx="8620560" cy="19656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9" name="Holder 3"/>
            <p:cNvSpPr/>
            <p:nvPr/>
          </p:nvSpPr>
          <p:spPr>
            <a:xfrm>
              <a:off x="8194680" y="4960080"/>
              <a:ext cx="44856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70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071" name="Grafik 9"/>
          <p:cNvGrpSpPr/>
          <p:nvPr/>
        </p:nvGrpSpPr>
        <p:grpSpPr>
          <a:xfrm>
            <a:off x="7741440" y="393480"/>
            <a:ext cx="1049040" cy="619200"/>
            <a:chOff x="7741440" y="393480"/>
            <a:chExt cx="1049040" cy="619200"/>
          </a:xfrm>
        </p:grpSpPr>
        <p:grpSp>
          <p:nvGrpSpPr>
            <p:cNvPr id="1072" name="Grafik 9"/>
            <p:cNvGrpSpPr/>
            <p:nvPr/>
          </p:nvGrpSpPr>
          <p:grpSpPr>
            <a:xfrm>
              <a:off x="7741440" y="393480"/>
              <a:ext cx="883800" cy="430920"/>
              <a:chOff x="7741440" y="393480"/>
              <a:chExt cx="883800" cy="430920"/>
            </a:xfrm>
          </p:grpSpPr>
          <p:sp>
            <p:nvSpPr>
              <p:cNvPr id="1073" name="Freihandform: Form 20"/>
              <p:cNvSpPr/>
              <p:nvPr/>
            </p:nvSpPr>
            <p:spPr>
              <a:xfrm>
                <a:off x="8358120" y="479880"/>
                <a:ext cx="267120" cy="26712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120"/>
                  <a:gd name="textAreaBottom" fmla="*/ 267840 h 26712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4" name="Freihandform: Form 21"/>
              <p:cNvSpPr/>
              <p:nvPr/>
            </p:nvSpPr>
            <p:spPr>
              <a:xfrm>
                <a:off x="774144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5" name="Freihandform: Form 22"/>
              <p:cNvSpPr/>
              <p:nvPr/>
            </p:nvSpPr>
            <p:spPr>
              <a:xfrm>
                <a:off x="805068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6" name="Freihandform: Form 23"/>
              <p:cNvSpPr/>
              <p:nvPr/>
            </p:nvSpPr>
            <p:spPr>
              <a:xfrm>
                <a:off x="784800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7" name="Freihandform: Form 24"/>
              <p:cNvSpPr/>
              <p:nvPr/>
            </p:nvSpPr>
            <p:spPr>
              <a:xfrm>
                <a:off x="795816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8" name="Freihandform: Form 25"/>
              <p:cNvSpPr/>
              <p:nvPr/>
            </p:nvSpPr>
            <p:spPr>
              <a:xfrm>
                <a:off x="821232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79" name="Freihandform: Form 26"/>
            <p:cNvSpPr/>
            <p:nvPr/>
          </p:nvSpPr>
          <p:spPr>
            <a:xfrm>
              <a:off x="774144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0" name="Freihandform: Form 27"/>
            <p:cNvSpPr/>
            <p:nvPr/>
          </p:nvSpPr>
          <p:spPr>
            <a:xfrm>
              <a:off x="779976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1" name="Freihandform: Form 28"/>
            <p:cNvSpPr/>
            <p:nvPr/>
          </p:nvSpPr>
          <p:spPr>
            <a:xfrm>
              <a:off x="784908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82" name="Grafik 9"/>
            <p:cNvGrpSpPr/>
            <p:nvPr/>
          </p:nvGrpSpPr>
          <p:grpSpPr>
            <a:xfrm>
              <a:off x="7872120" y="833040"/>
              <a:ext cx="74160" cy="40320"/>
              <a:chOff x="7872120" y="833040"/>
              <a:chExt cx="74160" cy="40320"/>
            </a:xfrm>
          </p:grpSpPr>
          <p:sp>
            <p:nvSpPr>
              <p:cNvPr id="1083" name="Freihandform: Form 30"/>
              <p:cNvSpPr/>
              <p:nvPr/>
            </p:nvSpPr>
            <p:spPr>
              <a:xfrm>
                <a:off x="787212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4" name="Freihandform: Form 31"/>
              <p:cNvSpPr/>
              <p:nvPr/>
            </p:nvSpPr>
            <p:spPr>
              <a:xfrm>
                <a:off x="7922160" y="833040"/>
                <a:ext cx="24120" cy="4032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85" name="Freihandform: Form 32"/>
            <p:cNvSpPr/>
            <p:nvPr/>
          </p:nvSpPr>
          <p:spPr>
            <a:xfrm>
              <a:off x="795924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86" name="Grafik 9"/>
            <p:cNvGrpSpPr/>
            <p:nvPr/>
          </p:nvGrpSpPr>
          <p:grpSpPr>
            <a:xfrm>
              <a:off x="7979760" y="811080"/>
              <a:ext cx="78120" cy="64080"/>
              <a:chOff x="7979760" y="811080"/>
              <a:chExt cx="78120" cy="64080"/>
            </a:xfrm>
          </p:grpSpPr>
          <p:sp>
            <p:nvSpPr>
              <p:cNvPr id="1087" name="Freihandform: Form 34"/>
              <p:cNvSpPr/>
              <p:nvPr/>
            </p:nvSpPr>
            <p:spPr>
              <a:xfrm>
                <a:off x="7979760" y="833040"/>
                <a:ext cx="33480" cy="421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8" name="Freihandform: Form 35"/>
              <p:cNvSpPr/>
              <p:nvPr/>
            </p:nvSpPr>
            <p:spPr>
              <a:xfrm>
                <a:off x="8024400" y="811080"/>
                <a:ext cx="33480" cy="619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1920"/>
                  <a:gd name="textAreaBottom" fmla="*/ 62640 h 6192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89" name="Freihandform: Form 36"/>
            <p:cNvSpPr/>
            <p:nvPr/>
          </p:nvSpPr>
          <p:spPr>
            <a:xfrm>
              <a:off x="810648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0" name="Freihandform: Form 37"/>
            <p:cNvSpPr/>
            <p:nvPr/>
          </p:nvSpPr>
          <p:spPr>
            <a:xfrm>
              <a:off x="816480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1" name="Freihandform: Form 38"/>
            <p:cNvSpPr/>
            <p:nvPr/>
          </p:nvSpPr>
          <p:spPr>
            <a:xfrm>
              <a:off x="821340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92" name="Grafik 9"/>
            <p:cNvGrpSpPr/>
            <p:nvPr/>
          </p:nvGrpSpPr>
          <p:grpSpPr>
            <a:xfrm>
              <a:off x="7741440" y="833040"/>
              <a:ext cx="1049040" cy="179640"/>
              <a:chOff x="7741440" y="833040"/>
              <a:chExt cx="1049040" cy="179640"/>
            </a:xfrm>
          </p:grpSpPr>
          <p:sp>
            <p:nvSpPr>
              <p:cNvPr id="1093" name="Freihandform: Form 40"/>
              <p:cNvSpPr/>
              <p:nvPr/>
            </p:nvSpPr>
            <p:spPr>
              <a:xfrm>
                <a:off x="823644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4" name="Freihandform: Form 41"/>
              <p:cNvSpPr/>
              <p:nvPr/>
            </p:nvSpPr>
            <p:spPr>
              <a:xfrm>
                <a:off x="8284680" y="833040"/>
                <a:ext cx="35280" cy="4212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5" name="Freihandform: Form 42"/>
              <p:cNvSpPr/>
              <p:nvPr/>
            </p:nvSpPr>
            <p:spPr>
              <a:xfrm>
                <a:off x="7741440" y="91260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6" name="Freihandform: Form 43"/>
              <p:cNvSpPr/>
              <p:nvPr/>
            </p:nvSpPr>
            <p:spPr>
              <a:xfrm>
                <a:off x="8677440" y="91404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97" name="Freihandform: Form 44"/>
          <p:cNvSpPr/>
          <p:nvPr/>
        </p:nvSpPr>
        <p:spPr>
          <a:xfrm>
            <a:off x="-5040" y="407160"/>
            <a:ext cx="336240" cy="29340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400"/>
              <a:gd name="textAreaBottom" fmla="*/ 294120 h 29340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98" name="PlaceHolder 1"/>
          <p:cNvSpPr>
            <a:spLocks noGrp="1"/>
          </p:cNvSpPr>
          <p:nvPr>
            <p:ph type="title"/>
          </p:nvPr>
        </p:nvSpPr>
        <p:spPr>
          <a:xfrm>
            <a:off x="526680" y="330120"/>
            <a:ext cx="682560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99" name="PlaceHolder 2"/>
          <p:cNvSpPr>
            <a:spLocks noGrp="1"/>
          </p:cNvSpPr>
          <p:nvPr>
            <p:ph type="ftr" idx="45"/>
          </p:nvPr>
        </p:nvSpPr>
        <p:spPr>
          <a:xfrm>
            <a:off x="628560" y="496944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0" name="PlaceHolder 3"/>
          <p:cNvSpPr>
            <a:spLocks noGrp="1"/>
          </p:cNvSpPr>
          <p:nvPr>
            <p:ph type="sldNum" idx="46"/>
          </p:nvPr>
        </p:nvSpPr>
        <p:spPr>
          <a:xfrm>
            <a:off x="35640" y="496944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BC73861B-9671-45A9-B7F0-A5388C1A72FC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1" name="PlaceHolder 4"/>
          <p:cNvSpPr>
            <a:spLocks noGrp="1"/>
          </p:cNvSpPr>
          <p:nvPr>
            <p:ph type="body"/>
          </p:nvPr>
        </p:nvSpPr>
        <p:spPr>
          <a:xfrm>
            <a:off x="4625640" y="1420560"/>
            <a:ext cx="2241000" cy="34869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02" name="PlaceHolder 5"/>
          <p:cNvSpPr>
            <a:spLocks noGrp="1"/>
          </p:cNvSpPr>
          <p:nvPr>
            <p:ph type="body"/>
          </p:nvPr>
        </p:nvSpPr>
        <p:spPr>
          <a:xfrm>
            <a:off x="6921000" y="1420560"/>
            <a:ext cx="2221920" cy="34869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03" name="PlaceHolder 6"/>
          <p:cNvSpPr>
            <a:spLocks noGrp="1"/>
          </p:cNvSpPr>
          <p:nvPr>
            <p:ph type="body"/>
          </p:nvPr>
        </p:nvSpPr>
        <p:spPr>
          <a:xfrm>
            <a:off x="522360" y="1420560"/>
            <a:ext cx="3753360" cy="34869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04" name="PlaceHolder 7"/>
          <p:cNvSpPr>
            <a:spLocks noGrp="1"/>
          </p:cNvSpPr>
          <p:nvPr>
            <p:ph type="body"/>
          </p:nvPr>
        </p:nvSpPr>
        <p:spPr>
          <a:xfrm>
            <a:off x="521640" y="1086840"/>
            <a:ext cx="3753360" cy="32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Bild link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5" name="Gruppieren 6"/>
          <p:cNvGrpSpPr/>
          <p:nvPr/>
        </p:nvGrpSpPr>
        <p:grpSpPr>
          <a:xfrm>
            <a:off x="-5040" y="4944600"/>
            <a:ext cx="9147960" cy="196560"/>
            <a:chOff x="-5040" y="4944600"/>
            <a:chExt cx="9147960" cy="196560"/>
          </a:xfrm>
        </p:grpSpPr>
        <p:sp>
          <p:nvSpPr>
            <p:cNvPr id="1106" name="bk object 18"/>
            <p:cNvSpPr/>
            <p:nvPr/>
          </p:nvSpPr>
          <p:spPr>
            <a:xfrm>
              <a:off x="-5040" y="4944600"/>
              <a:ext cx="483840" cy="19656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7" name="bk object 18"/>
            <p:cNvSpPr/>
            <p:nvPr/>
          </p:nvSpPr>
          <p:spPr>
            <a:xfrm>
              <a:off x="522360" y="4944600"/>
              <a:ext cx="8620560" cy="19656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8" name="Holder 3"/>
            <p:cNvSpPr/>
            <p:nvPr/>
          </p:nvSpPr>
          <p:spPr>
            <a:xfrm>
              <a:off x="8194680" y="4960080"/>
              <a:ext cx="44856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109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110" name="Grafik 9"/>
          <p:cNvGrpSpPr/>
          <p:nvPr/>
        </p:nvGrpSpPr>
        <p:grpSpPr>
          <a:xfrm>
            <a:off x="7741440" y="393480"/>
            <a:ext cx="1049040" cy="619200"/>
            <a:chOff x="7741440" y="393480"/>
            <a:chExt cx="1049040" cy="619200"/>
          </a:xfrm>
        </p:grpSpPr>
        <p:grpSp>
          <p:nvGrpSpPr>
            <p:cNvPr id="1111" name="Grafik 9"/>
            <p:cNvGrpSpPr/>
            <p:nvPr/>
          </p:nvGrpSpPr>
          <p:grpSpPr>
            <a:xfrm>
              <a:off x="7741440" y="393480"/>
              <a:ext cx="883800" cy="430920"/>
              <a:chOff x="7741440" y="393480"/>
              <a:chExt cx="883800" cy="430920"/>
            </a:xfrm>
          </p:grpSpPr>
          <p:sp>
            <p:nvSpPr>
              <p:cNvPr id="1112" name="Freihandform: Form 20"/>
              <p:cNvSpPr/>
              <p:nvPr/>
            </p:nvSpPr>
            <p:spPr>
              <a:xfrm>
                <a:off x="8358120" y="479880"/>
                <a:ext cx="267120" cy="26712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120"/>
                  <a:gd name="textAreaBottom" fmla="*/ 267840 h 26712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3" name="Freihandform: Form 21"/>
              <p:cNvSpPr/>
              <p:nvPr/>
            </p:nvSpPr>
            <p:spPr>
              <a:xfrm>
                <a:off x="774144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4" name="Freihandform: Form 22"/>
              <p:cNvSpPr/>
              <p:nvPr/>
            </p:nvSpPr>
            <p:spPr>
              <a:xfrm>
                <a:off x="805068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5" name="Freihandform: Form 23"/>
              <p:cNvSpPr/>
              <p:nvPr/>
            </p:nvSpPr>
            <p:spPr>
              <a:xfrm>
                <a:off x="784800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6" name="Freihandform: Form 24"/>
              <p:cNvSpPr/>
              <p:nvPr/>
            </p:nvSpPr>
            <p:spPr>
              <a:xfrm>
                <a:off x="795816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7" name="Freihandform: Form 25"/>
              <p:cNvSpPr/>
              <p:nvPr/>
            </p:nvSpPr>
            <p:spPr>
              <a:xfrm>
                <a:off x="821232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18" name="Freihandform: Form 26"/>
            <p:cNvSpPr/>
            <p:nvPr/>
          </p:nvSpPr>
          <p:spPr>
            <a:xfrm>
              <a:off x="774144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9" name="Freihandform: Form 27"/>
            <p:cNvSpPr/>
            <p:nvPr/>
          </p:nvSpPr>
          <p:spPr>
            <a:xfrm>
              <a:off x="779976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0" name="Freihandform: Form 28"/>
            <p:cNvSpPr/>
            <p:nvPr/>
          </p:nvSpPr>
          <p:spPr>
            <a:xfrm>
              <a:off x="784908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21" name="Grafik 9"/>
            <p:cNvGrpSpPr/>
            <p:nvPr/>
          </p:nvGrpSpPr>
          <p:grpSpPr>
            <a:xfrm>
              <a:off x="7872120" y="833040"/>
              <a:ext cx="74160" cy="40320"/>
              <a:chOff x="7872120" y="833040"/>
              <a:chExt cx="74160" cy="40320"/>
            </a:xfrm>
          </p:grpSpPr>
          <p:sp>
            <p:nvSpPr>
              <p:cNvPr id="1122" name="Freihandform: Form 30"/>
              <p:cNvSpPr/>
              <p:nvPr/>
            </p:nvSpPr>
            <p:spPr>
              <a:xfrm>
                <a:off x="787212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3" name="Freihandform: Form 31"/>
              <p:cNvSpPr/>
              <p:nvPr/>
            </p:nvSpPr>
            <p:spPr>
              <a:xfrm>
                <a:off x="7922160" y="833040"/>
                <a:ext cx="24120" cy="4032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24" name="Freihandform: Form 32"/>
            <p:cNvSpPr/>
            <p:nvPr/>
          </p:nvSpPr>
          <p:spPr>
            <a:xfrm>
              <a:off x="795924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25" name="Grafik 9"/>
            <p:cNvGrpSpPr/>
            <p:nvPr/>
          </p:nvGrpSpPr>
          <p:grpSpPr>
            <a:xfrm>
              <a:off x="7979760" y="811080"/>
              <a:ext cx="78120" cy="64080"/>
              <a:chOff x="7979760" y="811080"/>
              <a:chExt cx="78120" cy="64080"/>
            </a:xfrm>
          </p:grpSpPr>
          <p:sp>
            <p:nvSpPr>
              <p:cNvPr id="1126" name="Freihandform: Form 34"/>
              <p:cNvSpPr/>
              <p:nvPr/>
            </p:nvSpPr>
            <p:spPr>
              <a:xfrm>
                <a:off x="7979760" y="833040"/>
                <a:ext cx="33480" cy="421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7" name="Freihandform: Form 35"/>
              <p:cNvSpPr/>
              <p:nvPr/>
            </p:nvSpPr>
            <p:spPr>
              <a:xfrm>
                <a:off x="8024400" y="811080"/>
                <a:ext cx="33480" cy="619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1920"/>
                  <a:gd name="textAreaBottom" fmla="*/ 62640 h 6192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28" name="Freihandform: Form 36"/>
            <p:cNvSpPr/>
            <p:nvPr/>
          </p:nvSpPr>
          <p:spPr>
            <a:xfrm>
              <a:off x="810648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9" name="Freihandform: Form 37"/>
            <p:cNvSpPr/>
            <p:nvPr/>
          </p:nvSpPr>
          <p:spPr>
            <a:xfrm>
              <a:off x="816480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0" name="Freihandform: Form 38"/>
            <p:cNvSpPr/>
            <p:nvPr/>
          </p:nvSpPr>
          <p:spPr>
            <a:xfrm>
              <a:off x="821340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31" name="Grafik 9"/>
            <p:cNvGrpSpPr/>
            <p:nvPr/>
          </p:nvGrpSpPr>
          <p:grpSpPr>
            <a:xfrm>
              <a:off x="7741440" y="833040"/>
              <a:ext cx="1049040" cy="179640"/>
              <a:chOff x="7741440" y="833040"/>
              <a:chExt cx="1049040" cy="179640"/>
            </a:xfrm>
          </p:grpSpPr>
          <p:sp>
            <p:nvSpPr>
              <p:cNvPr id="1132" name="Freihandform: Form 40"/>
              <p:cNvSpPr/>
              <p:nvPr/>
            </p:nvSpPr>
            <p:spPr>
              <a:xfrm>
                <a:off x="823644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3" name="Freihandform: Form 41"/>
              <p:cNvSpPr/>
              <p:nvPr/>
            </p:nvSpPr>
            <p:spPr>
              <a:xfrm>
                <a:off x="8284680" y="833040"/>
                <a:ext cx="35280" cy="4212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4" name="Freihandform: Form 42"/>
              <p:cNvSpPr/>
              <p:nvPr/>
            </p:nvSpPr>
            <p:spPr>
              <a:xfrm>
                <a:off x="7741440" y="91260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5" name="Freihandform: Form 43"/>
              <p:cNvSpPr/>
              <p:nvPr/>
            </p:nvSpPr>
            <p:spPr>
              <a:xfrm>
                <a:off x="8677440" y="91404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36" name="Freihandform: Form 44" hidden="1"/>
          <p:cNvSpPr/>
          <p:nvPr/>
        </p:nvSpPr>
        <p:spPr>
          <a:xfrm>
            <a:off x="-5040" y="407160"/>
            <a:ext cx="336240" cy="29340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400"/>
              <a:gd name="textAreaBottom" fmla="*/ 294120 h 29340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137" name="Gruppieren 53"/>
          <p:cNvGrpSpPr/>
          <p:nvPr/>
        </p:nvGrpSpPr>
        <p:grpSpPr>
          <a:xfrm>
            <a:off x="-5040" y="4944600"/>
            <a:ext cx="9147960" cy="196560"/>
            <a:chOff x="-5040" y="4944600"/>
            <a:chExt cx="9147960" cy="196560"/>
          </a:xfrm>
        </p:grpSpPr>
        <p:sp>
          <p:nvSpPr>
            <p:cNvPr id="1138" name="bk object 18"/>
            <p:cNvSpPr/>
            <p:nvPr/>
          </p:nvSpPr>
          <p:spPr>
            <a:xfrm>
              <a:off x="-5040" y="4944600"/>
              <a:ext cx="483840" cy="19656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9" name="bk object 18"/>
            <p:cNvSpPr/>
            <p:nvPr/>
          </p:nvSpPr>
          <p:spPr>
            <a:xfrm>
              <a:off x="522360" y="4944600"/>
              <a:ext cx="8620560" cy="19656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0" name="Holder 3"/>
            <p:cNvSpPr/>
            <p:nvPr/>
          </p:nvSpPr>
          <p:spPr>
            <a:xfrm>
              <a:off x="8194680" y="4960080"/>
              <a:ext cx="448560" cy="1663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41" name="PlaceHolder 1"/>
          <p:cNvSpPr>
            <a:spLocks noGrp="1"/>
          </p:cNvSpPr>
          <p:nvPr>
            <p:ph type="ftr" idx="47"/>
          </p:nvPr>
        </p:nvSpPr>
        <p:spPr>
          <a:xfrm>
            <a:off x="628560" y="496944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2" name="PlaceHolder 2"/>
          <p:cNvSpPr>
            <a:spLocks noGrp="1"/>
          </p:cNvSpPr>
          <p:nvPr>
            <p:ph type="sldNum" idx="48"/>
          </p:nvPr>
        </p:nvSpPr>
        <p:spPr>
          <a:xfrm>
            <a:off x="35640" y="496944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9C409713-A8CB-4593-999D-69139D97EF66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3" name="PlaceHolder 3"/>
          <p:cNvSpPr>
            <a:spLocks noGrp="1"/>
          </p:cNvSpPr>
          <p:nvPr>
            <p:ph type="title"/>
          </p:nvPr>
        </p:nvSpPr>
        <p:spPr>
          <a:xfrm>
            <a:off x="4625640" y="330120"/>
            <a:ext cx="272664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1144" name="Gerader Verbinder 46"/>
          <p:cNvCxnSpPr/>
          <p:nvPr/>
        </p:nvCxnSpPr>
        <p:spPr>
          <a:xfrm>
            <a:off x="4625640" y="974520"/>
            <a:ext cx="272880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1145" name="PlaceHolder 4"/>
          <p:cNvSpPr>
            <a:spLocks noGrp="1"/>
          </p:cNvSpPr>
          <p:nvPr>
            <p:ph type="body"/>
          </p:nvPr>
        </p:nvSpPr>
        <p:spPr>
          <a:xfrm>
            <a:off x="-6120" y="0"/>
            <a:ext cx="4276080" cy="49082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46" name="PlaceHolder 5"/>
          <p:cNvSpPr>
            <a:spLocks noGrp="1"/>
          </p:cNvSpPr>
          <p:nvPr>
            <p:ph type="body"/>
          </p:nvPr>
        </p:nvSpPr>
        <p:spPr>
          <a:xfrm>
            <a:off x="4625640" y="1420560"/>
            <a:ext cx="3996720" cy="3482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47" name="PlaceHolder 6"/>
          <p:cNvSpPr>
            <a:spLocks noGrp="1"/>
          </p:cNvSpPr>
          <p:nvPr>
            <p:ph type="body"/>
          </p:nvPr>
        </p:nvSpPr>
        <p:spPr>
          <a:xfrm>
            <a:off x="4625640" y="1086840"/>
            <a:ext cx="3996000" cy="32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148" name="Grafik 9"/>
          <p:cNvGrpSpPr/>
          <p:nvPr/>
        </p:nvGrpSpPr>
        <p:grpSpPr>
          <a:xfrm>
            <a:off x="7741440" y="393480"/>
            <a:ext cx="1049040" cy="619200"/>
            <a:chOff x="7741440" y="393480"/>
            <a:chExt cx="1049040" cy="619200"/>
          </a:xfrm>
        </p:grpSpPr>
        <p:grpSp>
          <p:nvGrpSpPr>
            <p:cNvPr id="1149" name="Grafik 9"/>
            <p:cNvGrpSpPr/>
            <p:nvPr/>
          </p:nvGrpSpPr>
          <p:grpSpPr>
            <a:xfrm>
              <a:off x="7741440" y="393480"/>
              <a:ext cx="883800" cy="430920"/>
              <a:chOff x="7741440" y="393480"/>
              <a:chExt cx="883800" cy="430920"/>
            </a:xfrm>
          </p:grpSpPr>
          <p:sp>
            <p:nvSpPr>
              <p:cNvPr id="1150" name="Freihandform: Form 68"/>
              <p:cNvSpPr/>
              <p:nvPr/>
            </p:nvSpPr>
            <p:spPr>
              <a:xfrm>
                <a:off x="8358120" y="479880"/>
                <a:ext cx="267120" cy="26712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120"/>
                  <a:gd name="textAreaBottom" fmla="*/ 267840 h 26712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1" name="Freihandform: Form 69"/>
              <p:cNvSpPr/>
              <p:nvPr/>
            </p:nvSpPr>
            <p:spPr>
              <a:xfrm>
                <a:off x="774144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2" name="Freihandform: Form 70"/>
              <p:cNvSpPr/>
              <p:nvPr/>
            </p:nvSpPr>
            <p:spPr>
              <a:xfrm>
                <a:off x="805068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3" name="Freihandform: Form 71"/>
              <p:cNvSpPr/>
              <p:nvPr/>
            </p:nvSpPr>
            <p:spPr>
              <a:xfrm>
                <a:off x="784800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4" name="Freihandform: Form 72"/>
              <p:cNvSpPr/>
              <p:nvPr/>
            </p:nvSpPr>
            <p:spPr>
              <a:xfrm>
                <a:off x="795816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5" name="Freihandform: Form 73"/>
              <p:cNvSpPr/>
              <p:nvPr/>
            </p:nvSpPr>
            <p:spPr>
              <a:xfrm>
                <a:off x="821232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56" name="Freihandform: Form 45"/>
            <p:cNvSpPr/>
            <p:nvPr/>
          </p:nvSpPr>
          <p:spPr>
            <a:xfrm>
              <a:off x="774144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7" name="Freihandform: Form 47"/>
            <p:cNvSpPr/>
            <p:nvPr/>
          </p:nvSpPr>
          <p:spPr>
            <a:xfrm>
              <a:off x="779976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8" name="Freihandform: Form 48"/>
            <p:cNvSpPr/>
            <p:nvPr/>
          </p:nvSpPr>
          <p:spPr>
            <a:xfrm>
              <a:off x="784908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59" name="Grafik 9"/>
            <p:cNvGrpSpPr/>
            <p:nvPr/>
          </p:nvGrpSpPr>
          <p:grpSpPr>
            <a:xfrm>
              <a:off x="7872120" y="833040"/>
              <a:ext cx="74160" cy="40320"/>
              <a:chOff x="7872120" y="833040"/>
              <a:chExt cx="74160" cy="40320"/>
            </a:xfrm>
          </p:grpSpPr>
          <p:sp>
            <p:nvSpPr>
              <p:cNvPr id="1160" name="Freihandform: Form 66"/>
              <p:cNvSpPr/>
              <p:nvPr/>
            </p:nvSpPr>
            <p:spPr>
              <a:xfrm>
                <a:off x="787212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1" name="Freihandform: Form 67"/>
              <p:cNvSpPr/>
              <p:nvPr/>
            </p:nvSpPr>
            <p:spPr>
              <a:xfrm>
                <a:off x="7922160" y="833040"/>
                <a:ext cx="24120" cy="4032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62" name="Freihandform: Form 50"/>
            <p:cNvSpPr/>
            <p:nvPr/>
          </p:nvSpPr>
          <p:spPr>
            <a:xfrm>
              <a:off x="795924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63" name="Grafik 9"/>
            <p:cNvGrpSpPr/>
            <p:nvPr/>
          </p:nvGrpSpPr>
          <p:grpSpPr>
            <a:xfrm>
              <a:off x="7979760" y="811080"/>
              <a:ext cx="78120" cy="64080"/>
              <a:chOff x="7979760" y="811080"/>
              <a:chExt cx="78120" cy="64080"/>
            </a:xfrm>
          </p:grpSpPr>
          <p:sp>
            <p:nvSpPr>
              <p:cNvPr id="1164" name="Freihandform: Form 64"/>
              <p:cNvSpPr/>
              <p:nvPr/>
            </p:nvSpPr>
            <p:spPr>
              <a:xfrm>
                <a:off x="7979760" y="833040"/>
                <a:ext cx="33480" cy="421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5" name="Freihandform: Form 65"/>
              <p:cNvSpPr/>
              <p:nvPr/>
            </p:nvSpPr>
            <p:spPr>
              <a:xfrm>
                <a:off x="8024400" y="811080"/>
                <a:ext cx="33480" cy="619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1920"/>
                  <a:gd name="textAreaBottom" fmla="*/ 62640 h 6192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66" name="Freihandform: Form 52"/>
            <p:cNvSpPr/>
            <p:nvPr/>
          </p:nvSpPr>
          <p:spPr>
            <a:xfrm>
              <a:off x="810648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7" name="Freihandform: Form 57"/>
            <p:cNvSpPr/>
            <p:nvPr/>
          </p:nvSpPr>
          <p:spPr>
            <a:xfrm>
              <a:off x="816480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8" name="Freihandform: Form 58"/>
            <p:cNvSpPr/>
            <p:nvPr/>
          </p:nvSpPr>
          <p:spPr>
            <a:xfrm>
              <a:off x="821340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69" name="Grafik 9"/>
            <p:cNvGrpSpPr/>
            <p:nvPr/>
          </p:nvGrpSpPr>
          <p:grpSpPr>
            <a:xfrm>
              <a:off x="7741440" y="833040"/>
              <a:ext cx="1049040" cy="179640"/>
              <a:chOff x="7741440" y="833040"/>
              <a:chExt cx="1049040" cy="179640"/>
            </a:xfrm>
          </p:grpSpPr>
          <p:sp>
            <p:nvSpPr>
              <p:cNvPr id="1170" name="Freihandform: Form 60"/>
              <p:cNvSpPr/>
              <p:nvPr/>
            </p:nvSpPr>
            <p:spPr>
              <a:xfrm>
                <a:off x="823644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1" name="Freihandform: Form 61"/>
              <p:cNvSpPr/>
              <p:nvPr/>
            </p:nvSpPr>
            <p:spPr>
              <a:xfrm>
                <a:off x="8284680" y="833040"/>
                <a:ext cx="35280" cy="4212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2" name="Freihandform: Form 62"/>
              <p:cNvSpPr/>
              <p:nvPr/>
            </p:nvSpPr>
            <p:spPr>
              <a:xfrm>
                <a:off x="7741440" y="91260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3" name="Freihandform: Form 63"/>
              <p:cNvSpPr/>
              <p:nvPr/>
            </p:nvSpPr>
            <p:spPr>
              <a:xfrm>
                <a:off x="8677440" y="91404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zwei Bilder link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4" name="Gruppieren 6"/>
          <p:cNvGrpSpPr/>
          <p:nvPr/>
        </p:nvGrpSpPr>
        <p:grpSpPr>
          <a:xfrm>
            <a:off x="-5040" y="4944600"/>
            <a:ext cx="9147960" cy="196560"/>
            <a:chOff x="-5040" y="4944600"/>
            <a:chExt cx="9147960" cy="196560"/>
          </a:xfrm>
        </p:grpSpPr>
        <p:sp>
          <p:nvSpPr>
            <p:cNvPr id="1175" name="bk object 18"/>
            <p:cNvSpPr/>
            <p:nvPr/>
          </p:nvSpPr>
          <p:spPr>
            <a:xfrm>
              <a:off x="-5040" y="4944600"/>
              <a:ext cx="483840" cy="19656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6" name="bk object 18"/>
            <p:cNvSpPr/>
            <p:nvPr/>
          </p:nvSpPr>
          <p:spPr>
            <a:xfrm>
              <a:off x="522360" y="4944600"/>
              <a:ext cx="8620560" cy="19656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7" name="Holder 3"/>
            <p:cNvSpPr/>
            <p:nvPr/>
          </p:nvSpPr>
          <p:spPr>
            <a:xfrm>
              <a:off x="8194680" y="4960080"/>
              <a:ext cx="44856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178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179" name="Grafik 9"/>
          <p:cNvGrpSpPr/>
          <p:nvPr/>
        </p:nvGrpSpPr>
        <p:grpSpPr>
          <a:xfrm>
            <a:off x="7741440" y="393480"/>
            <a:ext cx="1049040" cy="619200"/>
            <a:chOff x="7741440" y="393480"/>
            <a:chExt cx="1049040" cy="619200"/>
          </a:xfrm>
        </p:grpSpPr>
        <p:grpSp>
          <p:nvGrpSpPr>
            <p:cNvPr id="1180" name="Grafik 9"/>
            <p:cNvGrpSpPr/>
            <p:nvPr/>
          </p:nvGrpSpPr>
          <p:grpSpPr>
            <a:xfrm>
              <a:off x="7741440" y="393480"/>
              <a:ext cx="883800" cy="430920"/>
              <a:chOff x="7741440" y="393480"/>
              <a:chExt cx="883800" cy="430920"/>
            </a:xfrm>
          </p:grpSpPr>
          <p:sp>
            <p:nvSpPr>
              <p:cNvPr id="1181" name="Freihandform: Form 20"/>
              <p:cNvSpPr/>
              <p:nvPr/>
            </p:nvSpPr>
            <p:spPr>
              <a:xfrm>
                <a:off x="8358120" y="479880"/>
                <a:ext cx="267120" cy="26712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120"/>
                  <a:gd name="textAreaBottom" fmla="*/ 267840 h 26712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2" name="Freihandform: Form 21"/>
              <p:cNvSpPr/>
              <p:nvPr/>
            </p:nvSpPr>
            <p:spPr>
              <a:xfrm>
                <a:off x="774144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3" name="Freihandform: Form 22"/>
              <p:cNvSpPr/>
              <p:nvPr/>
            </p:nvSpPr>
            <p:spPr>
              <a:xfrm>
                <a:off x="805068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4" name="Freihandform: Form 23"/>
              <p:cNvSpPr/>
              <p:nvPr/>
            </p:nvSpPr>
            <p:spPr>
              <a:xfrm>
                <a:off x="784800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5" name="Freihandform: Form 24"/>
              <p:cNvSpPr/>
              <p:nvPr/>
            </p:nvSpPr>
            <p:spPr>
              <a:xfrm>
                <a:off x="795816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6" name="Freihandform: Form 25"/>
              <p:cNvSpPr/>
              <p:nvPr/>
            </p:nvSpPr>
            <p:spPr>
              <a:xfrm>
                <a:off x="821232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87" name="Freihandform: Form 26"/>
            <p:cNvSpPr/>
            <p:nvPr/>
          </p:nvSpPr>
          <p:spPr>
            <a:xfrm>
              <a:off x="774144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8" name="Freihandform: Form 27"/>
            <p:cNvSpPr/>
            <p:nvPr/>
          </p:nvSpPr>
          <p:spPr>
            <a:xfrm>
              <a:off x="779976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9" name="Freihandform: Form 28"/>
            <p:cNvSpPr/>
            <p:nvPr/>
          </p:nvSpPr>
          <p:spPr>
            <a:xfrm>
              <a:off x="784908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90" name="Grafik 9"/>
            <p:cNvGrpSpPr/>
            <p:nvPr/>
          </p:nvGrpSpPr>
          <p:grpSpPr>
            <a:xfrm>
              <a:off x="7872120" y="833040"/>
              <a:ext cx="74160" cy="40320"/>
              <a:chOff x="7872120" y="833040"/>
              <a:chExt cx="74160" cy="40320"/>
            </a:xfrm>
          </p:grpSpPr>
          <p:sp>
            <p:nvSpPr>
              <p:cNvPr id="1191" name="Freihandform: Form 30"/>
              <p:cNvSpPr/>
              <p:nvPr/>
            </p:nvSpPr>
            <p:spPr>
              <a:xfrm>
                <a:off x="787212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2" name="Freihandform: Form 31"/>
              <p:cNvSpPr/>
              <p:nvPr/>
            </p:nvSpPr>
            <p:spPr>
              <a:xfrm>
                <a:off x="7922160" y="833040"/>
                <a:ext cx="24120" cy="4032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93" name="Freihandform: Form 32"/>
            <p:cNvSpPr/>
            <p:nvPr/>
          </p:nvSpPr>
          <p:spPr>
            <a:xfrm>
              <a:off x="795924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94" name="Grafik 9"/>
            <p:cNvGrpSpPr/>
            <p:nvPr/>
          </p:nvGrpSpPr>
          <p:grpSpPr>
            <a:xfrm>
              <a:off x="7979760" y="811080"/>
              <a:ext cx="78120" cy="64080"/>
              <a:chOff x="7979760" y="811080"/>
              <a:chExt cx="78120" cy="64080"/>
            </a:xfrm>
          </p:grpSpPr>
          <p:sp>
            <p:nvSpPr>
              <p:cNvPr id="1195" name="Freihandform: Form 34"/>
              <p:cNvSpPr/>
              <p:nvPr/>
            </p:nvSpPr>
            <p:spPr>
              <a:xfrm>
                <a:off x="7979760" y="833040"/>
                <a:ext cx="33480" cy="421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6" name="Freihandform: Form 35"/>
              <p:cNvSpPr/>
              <p:nvPr/>
            </p:nvSpPr>
            <p:spPr>
              <a:xfrm>
                <a:off x="8024400" y="811080"/>
                <a:ext cx="33480" cy="619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1920"/>
                  <a:gd name="textAreaBottom" fmla="*/ 62640 h 6192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97" name="Freihandform: Form 36"/>
            <p:cNvSpPr/>
            <p:nvPr/>
          </p:nvSpPr>
          <p:spPr>
            <a:xfrm>
              <a:off x="810648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8" name="Freihandform: Form 37"/>
            <p:cNvSpPr/>
            <p:nvPr/>
          </p:nvSpPr>
          <p:spPr>
            <a:xfrm>
              <a:off x="816480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9" name="Freihandform: Form 38"/>
            <p:cNvSpPr/>
            <p:nvPr/>
          </p:nvSpPr>
          <p:spPr>
            <a:xfrm>
              <a:off x="821340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00" name="Grafik 9"/>
            <p:cNvGrpSpPr/>
            <p:nvPr/>
          </p:nvGrpSpPr>
          <p:grpSpPr>
            <a:xfrm>
              <a:off x="7741440" y="833040"/>
              <a:ext cx="1049040" cy="179640"/>
              <a:chOff x="7741440" y="833040"/>
              <a:chExt cx="1049040" cy="179640"/>
            </a:xfrm>
          </p:grpSpPr>
          <p:sp>
            <p:nvSpPr>
              <p:cNvPr id="1201" name="Freihandform: Form 40"/>
              <p:cNvSpPr/>
              <p:nvPr/>
            </p:nvSpPr>
            <p:spPr>
              <a:xfrm>
                <a:off x="823644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2" name="Freihandform: Form 41"/>
              <p:cNvSpPr/>
              <p:nvPr/>
            </p:nvSpPr>
            <p:spPr>
              <a:xfrm>
                <a:off x="8284680" y="833040"/>
                <a:ext cx="35280" cy="4212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3" name="Freihandform: Form 42"/>
              <p:cNvSpPr/>
              <p:nvPr/>
            </p:nvSpPr>
            <p:spPr>
              <a:xfrm>
                <a:off x="7741440" y="91260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4" name="Freihandform: Form 43"/>
              <p:cNvSpPr/>
              <p:nvPr/>
            </p:nvSpPr>
            <p:spPr>
              <a:xfrm>
                <a:off x="8677440" y="91404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05" name="Freihandform: Form 44" hidden="1"/>
          <p:cNvSpPr/>
          <p:nvPr/>
        </p:nvSpPr>
        <p:spPr>
          <a:xfrm>
            <a:off x="-5040" y="407160"/>
            <a:ext cx="336240" cy="29340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400"/>
              <a:gd name="textAreaBottom" fmla="*/ 294120 h 29340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06" name="Gruppieren 54"/>
          <p:cNvGrpSpPr/>
          <p:nvPr/>
        </p:nvGrpSpPr>
        <p:grpSpPr>
          <a:xfrm>
            <a:off x="-5040" y="4944600"/>
            <a:ext cx="9147960" cy="196560"/>
            <a:chOff x="-5040" y="4944600"/>
            <a:chExt cx="9147960" cy="196560"/>
          </a:xfrm>
        </p:grpSpPr>
        <p:sp>
          <p:nvSpPr>
            <p:cNvPr id="1207" name="bk object 18"/>
            <p:cNvSpPr/>
            <p:nvPr/>
          </p:nvSpPr>
          <p:spPr>
            <a:xfrm>
              <a:off x="-5040" y="4944600"/>
              <a:ext cx="483840" cy="19656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8" name="bk object 18"/>
            <p:cNvSpPr/>
            <p:nvPr/>
          </p:nvSpPr>
          <p:spPr>
            <a:xfrm>
              <a:off x="522360" y="4944600"/>
              <a:ext cx="8620560" cy="19656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9" name="Holder 3"/>
            <p:cNvSpPr/>
            <p:nvPr/>
          </p:nvSpPr>
          <p:spPr>
            <a:xfrm>
              <a:off x="8194680" y="4960080"/>
              <a:ext cx="448560" cy="16632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10" name="PlaceHolder 1"/>
          <p:cNvSpPr>
            <a:spLocks noGrp="1"/>
          </p:cNvSpPr>
          <p:nvPr>
            <p:ph type="ftr" idx="49"/>
          </p:nvPr>
        </p:nvSpPr>
        <p:spPr>
          <a:xfrm>
            <a:off x="628560" y="496944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1" name="PlaceHolder 2"/>
          <p:cNvSpPr>
            <a:spLocks noGrp="1"/>
          </p:cNvSpPr>
          <p:nvPr>
            <p:ph type="sldNum" idx="50"/>
          </p:nvPr>
        </p:nvSpPr>
        <p:spPr>
          <a:xfrm>
            <a:off x="35640" y="496944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D428B286-AFD1-4071-AA8C-E404D0C85C7A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2" name="PlaceHolder 3"/>
          <p:cNvSpPr>
            <a:spLocks noGrp="1"/>
          </p:cNvSpPr>
          <p:nvPr>
            <p:ph type="title"/>
          </p:nvPr>
        </p:nvSpPr>
        <p:spPr>
          <a:xfrm>
            <a:off x="4625640" y="330120"/>
            <a:ext cx="272664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1213" name="Gerader Verbinder 47"/>
          <p:cNvCxnSpPr/>
          <p:nvPr/>
        </p:nvCxnSpPr>
        <p:spPr>
          <a:xfrm>
            <a:off x="4625640" y="974520"/>
            <a:ext cx="272880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1214" name="PlaceHolder 4"/>
          <p:cNvSpPr>
            <a:spLocks noGrp="1"/>
          </p:cNvSpPr>
          <p:nvPr>
            <p:ph type="body"/>
          </p:nvPr>
        </p:nvSpPr>
        <p:spPr>
          <a:xfrm>
            <a:off x="0" y="0"/>
            <a:ext cx="4275000" cy="24271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15" name="PlaceHolder 5"/>
          <p:cNvSpPr>
            <a:spLocks noGrp="1"/>
          </p:cNvSpPr>
          <p:nvPr>
            <p:ph type="body"/>
          </p:nvPr>
        </p:nvSpPr>
        <p:spPr>
          <a:xfrm>
            <a:off x="0" y="2490480"/>
            <a:ext cx="4275000" cy="24170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16" name="PlaceHolder 6"/>
          <p:cNvSpPr>
            <a:spLocks noGrp="1"/>
          </p:cNvSpPr>
          <p:nvPr>
            <p:ph type="body"/>
          </p:nvPr>
        </p:nvSpPr>
        <p:spPr>
          <a:xfrm>
            <a:off x="4625640" y="1420560"/>
            <a:ext cx="3999240" cy="3482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17" name="PlaceHolder 7"/>
          <p:cNvSpPr>
            <a:spLocks noGrp="1"/>
          </p:cNvSpPr>
          <p:nvPr>
            <p:ph type="body"/>
          </p:nvPr>
        </p:nvSpPr>
        <p:spPr>
          <a:xfrm>
            <a:off x="4622400" y="1086840"/>
            <a:ext cx="3999240" cy="32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218" name="Grafik 9"/>
          <p:cNvGrpSpPr/>
          <p:nvPr/>
        </p:nvGrpSpPr>
        <p:grpSpPr>
          <a:xfrm>
            <a:off x="7741440" y="393480"/>
            <a:ext cx="1049040" cy="619200"/>
            <a:chOff x="7741440" y="393480"/>
            <a:chExt cx="1049040" cy="619200"/>
          </a:xfrm>
        </p:grpSpPr>
        <p:grpSp>
          <p:nvGrpSpPr>
            <p:cNvPr id="1219" name="Grafik 9"/>
            <p:cNvGrpSpPr/>
            <p:nvPr/>
          </p:nvGrpSpPr>
          <p:grpSpPr>
            <a:xfrm>
              <a:off x="7741440" y="393480"/>
              <a:ext cx="883800" cy="430920"/>
              <a:chOff x="7741440" y="393480"/>
              <a:chExt cx="883800" cy="430920"/>
            </a:xfrm>
          </p:grpSpPr>
          <p:sp>
            <p:nvSpPr>
              <p:cNvPr id="1220" name="Freihandform: Form 69"/>
              <p:cNvSpPr/>
              <p:nvPr/>
            </p:nvSpPr>
            <p:spPr>
              <a:xfrm>
                <a:off x="8358120" y="479880"/>
                <a:ext cx="267120" cy="26712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120"/>
                  <a:gd name="textAreaBottom" fmla="*/ 267840 h 26712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1" name="Freihandform: Form 70"/>
              <p:cNvSpPr/>
              <p:nvPr/>
            </p:nvSpPr>
            <p:spPr>
              <a:xfrm>
                <a:off x="774144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2" name="Freihandform: Form 71"/>
              <p:cNvSpPr/>
              <p:nvPr/>
            </p:nvSpPr>
            <p:spPr>
              <a:xfrm>
                <a:off x="805068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3" name="Freihandform: Form 72"/>
              <p:cNvSpPr/>
              <p:nvPr/>
            </p:nvSpPr>
            <p:spPr>
              <a:xfrm>
                <a:off x="784800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4" name="Freihandform: Form 73"/>
              <p:cNvSpPr/>
              <p:nvPr/>
            </p:nvSpPr>
            <p:spPr>
              <a:xfrm>
                <a:off x="795816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5" name="Freihandform: Form 74"/>
              <p:cNvSpPr/>
              <p:nvPr/>
            </p:nvSpPr>
            <p:spPr>
              <a:xfrm>
                <a:off x="821232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26" name="Freihandform: Form 45"/>
            <p:cNvSpPr/>
            <p:nvPr/>
          </p:nvSpPr>
          <p:spPr>
            <a:xfrm>
              <a:off x="774144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7" name="Freihandform: Form 46"/>
            <p:cNvSpPr/>
            <p:nvPr/>
          </p:nvSpPr>
          <p:spPr>
            <a:xfrm>
              <a:off x="779976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8" name="Freihandform: Form 49"/>
            <p:cNvSpPr/>
            <p:nvPr/>
          </p:nvSpPr>
          <p:spPr>
            <a:xfrm>
              <a:off x="784908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29" name="Grafik 9"/>
            <p:cNvGrpSpPr/>
            <p:nvPr/>
          </p:nvGrpSpPr>
          <p:grpSpPr>
            <a:xfrm>
              <a:off x="7872120" y="833040"/>
              <a:ext cx="74160" cy="40320"/>
              <a:chOff x="7872120" y="833040"/>
              <a:chExt cx="74160" cy="40320"/>
            </a:xfrm>
          </p:grpSpPr>
          <p:sp>
            <p:nvSpPr>
              <p:cNvPr id="1230" name="Freihandform: Form 67"/>
              <p:cNvSpPr/>
              <p:nvPr/>
            </p:nvSpPr>
            <p:spPr>
              <a:xfrm>
                <a:off x="787212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1" name="Freihandform: Form 68"/>
              <p:cNvSpPr/>
              <p:nvPr/>
            </p:nvSpPr>
            <p:spPr>
              <a:xfrm>
                <a:off x="7922160" y="833040"/>
                <a:ext cx="24120" cy="4032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32" name="Freihandform: Form 51"/>
            <p:cNvSpPr/>
            <p:nvPr/>
          </p:nvSpPr>
          <p:spPr>
            <a:xfrm>
              <a:off x="795924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33" name="Grafik 9"/>
            <p:cNvGrpSpPr/>
            <p:nvPr/>
          </p:nvGrpSpPr>
          <p:grpSpPr>
            <a:xfrm>
              <a:off x="7979760" y="811080"/>
              <a:ext cx="78120" cy="64080"/>
              <a:chOff x="7979760" y="811080"/>
              <a:chExt cx="78120" cy="64080"/>
            </a:xfrm>
          </p:grpSpPr>
          <p:sp>
            <p:nvSpPr>
              <p:cNvPr id="1234" name="Freihandform: Form 65"/>
              <p:cNvSpPr/>
              <p:nvPr/>
            </p:nvSpPr>
            <p:spPr>
              <a:xfrm>
                <a:off x="7979760" y="833040"/>
                <a:ext cx="33480" cy="421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5" name="Freihandform: Form 66"/>
              <p:cNvSpPr/>
              <p:nvPr/>
            </p:nvSpPr>
            <p:spPr>
              <a:xfrm>
                <a:off x="8024400" y="811080"/>
                <a:ext cx="33480" cy="619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1920"/>
                  <a:gd name="textAreaBottom" fmla="*/ 62640 h 6192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36" name="Freihandform: Form 53"/>
            <p:cNvSpPr/>
            <p:nvPr/>
          </p:nvSpPr>
          <p:spPr>
            <a:xfrm>
              <a:off x="810648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7" name="Freihandform: Form 58"/>
            <p:cNvSpPr/>
            <p:nvPr/>
          </p:nvSpPr>
          <p:spPr>
            <a:xfrm>
              <a:off x="816480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8" name="Freihandform: Form 59"/>
            <p:cNvSpPr/>
            <p:nvPr/>
          </p:nvSpPr>
          <p:spPr>
            <a:xfrm>
              <a:off x="821340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39" name="Grafik 9"/>
            <p:cNvGrpSpPr/>
            <p:nvPr/>
          </p:nvGrpSpPr>
          <p:grpSpPr>
            <a:xfrm>
              <a:off x="7741440" y="833040"/>
              <a:ext cx="1049040" cy="179640"/>
              <a:chOff x="7741440" y="833040"/>
              <a:chExt cx="1049040" cy="179640"/>
            </a:xfrm>
          </p:grpSpPr>
          <p:sp>
            <p:nvSpPr>
              <p:cNvPr id="1240" name="Freihandform: Form 61"/>
              <p:cNvSpPr/>
              <p:nvPr/>
            </p:nvSpPr>
            <p:spPr>
              <a:xfrm>
                <a:off x="823644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1" name="Freihandform: Form 62"/>
              <p:cNvSpPr/>
              <p:nvPr/>
            </p:nvSpPr>
            <p:spPr>
              <a:xfrm>
                <a:off x="8284680" y="833040"/>
                <a:ext cx="35280" cy="4212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2" name="Freihandform: Form 63"/>
              <p:cNvSpPr/>
              <p:nvPr/>
            </p:nvSpPr>
            <p:spPr>
              <a:xfrm>
                <a:off x="7741440" y="91260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3" name="Freihandform: Form 64"/>
              <p:cNvSpPr/>
              <p:nvPr/>
            </p:nvSpPr>
            <p:spPr>
              <a:xfrm>
                <a:off x="8677440" y="91404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zwei Bil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4" name="Gruppieren 6"/>
          <p:cNvGrpSpPr/>
          <p:nvPr/>
        </p:nvGrpSpPr>
        <p:grpSpPr>
          <a:xfrm>
            <a:off x="-5040" y="4944600"/>
            <a:ext cx="9147960" cy="196560"/>
            <a:chOff x="-5040" y="4944600"/>
            <a:chExt cx="9147960" cy="196560"/>
          </a:xfrm>
        </p:grpSpPr>
        <p:sp>
          <p:nvSpPr>
            <p:cNvPr id="1245" name="bk object 18"/>
            <p:cNvSpPr/>
            <p:nvPr/>
          </p:nvSpPr>
          <p:spPr>
            <a:xfrm>
              <a:off x="-5040" y="4944600"/>
              <a:ext cx="483840" cy="19656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6" name="bk object 18"/>
            <p:cNvSpPr/>
            <p:nvPr/>
          </p:nvSpPr>
          <p:spPr>
            <a:xfrm>
              <a:off x="522360" y="4944600"/>
              <a:ext cx="8620560" cy="19656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7" name="Holder 3"/>
            <p:cNvSpPr/>
            <p:nvPr/>
          </p:nvSpPr>
          <p:spPr>
            <a:xfrm>
              <a:off x="8194680" y="4960080"/>
              <a:ext cx="44856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48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249" name="Grafik 9"/>
          <p:cNvGrpSpPr/>
          <p:nvPr/>
        </p:nvGrpSpPr>
        <p:grpSpPr>
          <a:xfrm>
            <a:off x="7741440" y="393480"/>
            <a:ext cx="1049040" cy="619200"/>
            <a:chOff x="7741440" y="393480"/>
            <a:chExt cx="1049040" cy="619200"/>
          </a:xfrm>
        </p:grpSpPr>
        <p:grpSp>
          <p:nvGrpSpPr>
            <p:cNvPr id="1250" name="Grafik 9"/>
            <p:cNvGrpSpPr/>
            <p:nvPr/>
          </p:nvGrpSpPr>
          <p:grpSpPr>
            <a:xfrm>
              <a:off x="7741440" y="393480"/>
              <a:ext cx="883800" cy="430920"/>
              <a:chOff x="7741440" y="393480"/>
              <a:chExt cx="883800" cy="430920"/>
            </a:xfrm>
          </p:grpSpPr>
          <p:sp>
            <p:nvSpPr>
              <p:cNvPr id="1251" name="Freihandform: Form 20"/>
              <p:cNvSpPr/>
              <p:nvPr/>
            </p:nvSpPr>
            <p:spPr>
              <a:xfrm>
                <a:off x="8358120" y="479880"/>
                <a:ext cx="267120" cy="26712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120"/>
                  <a:gd name="textAreaBottom" fmla="*/ 267840 h 26712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2" name="Freihandform: Form 21"/>
              <p:cNvSpPr/>
              <p:nvPr/>
            </p:nvSpPr>
            <p:spPr>
              <a:xfrm>
                <a:off x="774144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3" name="Freihandform: Form 22"/>
              <p:cNvSpPr/>
              <p:nvPr/>
            </p:nvSpPr>
            <p:spPr>
              <a:xfrm>
                <a:off x="805068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4" name="Freihandform: Form 23"/>
              <p:cNvSpPr/>
              <p:nvPr/>
            </p:nvSpPr>
            <p:spPr>
              <a:xfrm>
                <a:off x="784800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5" name="Freihandform: Form 24"/>
              <p:cNvSpPr/>
              <p:nvPr/>
            </p:nvSpPr>
            <p:spPr>
              <a:xfrm>
                <a:off x="795816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6" name="Freihandform: Form 25"/>
              <p:cNvSpPr/>
              <p:nvPr/>
            </p:nvSpPr>
            <p:spPr>
              <a:xfrm>
                <a:off x="821232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57" name="Freihandform: Form 26"/>
            <p:cNvSpPr/>
            <p:nvPr/>
          </p:nvSpPr>
          <p:spPr>
            <a:xfrm>
              <a:off x="774144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8" name="Freihandform: Form 27"/>
            <p:cNvSpPr/>
            <p:nvPr/>
          </p:nvSpPr>
          <p:spPr>
            <a:xfrm>
              <a:off x="779976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9" name="Freihandform: Form 28"/>
            <p:cNvSpPr/>
            <p:nvPr/>
          </p:nvSpPr>
          <p:spPr>
            <a:xfrm>
              <a:off x="784908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60" name="Grafik 9"/>
            <p:cNvGrpSpPr/>
            <p:nvPr/>
          </p:nvGrpSpPr>
          <p:grpSpPr>
            <a:xfrm>
              <a:off x="7872120" y="833040"/>
              <a:ext cx="74160" cy="40320"/>
              <a:chOff x="7872120" y="833040"/>
              <a:chExt cx="74160" cy="40320"/>
            </a:xfrm>
          </p:grpSpPr>
          <p:sp>
            <p:nvSpPr>
              <p:cNvPr id="1261" name="Freihandform: Form 30"/>
              <p:cNvSpPr/>
              <p:nvPr/>
            </p:nvSpPr>
            <p:spPr>
              <a:xfrm>
                <a:off x="787212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2" name="Freihandform: Form 31"/>
              <p:cNvSpPr/>
              <p:nvPr/>
            </p:nvSpPr>
            <p:spPr>
              <a:xfrm>
                <a:off x="7922160" y="833040"/>
                <a:ext cx="24120" cy="4032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63" name="Freihandform: Form 32"/>
            <p:cNvSpPr/>
            <p:nvPr/>
          </p:nvSpPr>
          <p:spPr>
            <a:xfrm>
              <a:off x="795924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64" name="Grafik 9"/>
            <p:cNvGrpSpPr/>
            <p:nvPr/>
          </p:nvGrpSpPr>
          <p:grpSpPr>
            <a:xfrm>
              <a:off x="7979760" y="811080"/>
              <a:ext cx="78120" cy="64080"/>
              <a:chOff x="7979760" y="811080"/>
              <a:chExt cx="78120" cy="64080"/>
            </a:xfrm>
          </p:grpSpPr>
          <p:sp>
            <p:nvSpPr>
              <p:cNvPr id="1265" name="Freihandform: Form 34"/>
              <p:cNvSpPr/>
              <p:nvPr/>
            </p:nvSpPr>
            <p:spPr>
              <a:xfrm>
                <a:off x="7979760" y="833040"/>
                <a:ext cx="33480" cy="421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6" name="Freihandform: Form 35"/>
              <p:cNvSpPr/>
              <p:nvPr/>
            </p:nvSpPr>
            <p:spPr>
              <a:xfrm>
                <a:off x="8024400" y="811080"/>
                <a:ext cx="33480" cy="619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1920"/>
                  <a:gd name="textAreaBottom" fmla="*/ 62640 h 6192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67" name="Freihandform: Form 36"/>
            <p:cNvSpPr/>
            <p:nvPr/>
          </p:nvSpPr>
          <p:spPr>
            <a:xfrm>
              <a:off x="810648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8" name="Freihandform: Form 37"/>
            <p:cNvSpPr/>
            <p:nvPr/>
          </p:nvSpPr>
          <p:spPr>
            <a:xfrm>
              <a:off x="816480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9" name="Freihandform: Form 38"/>
            <p:cNvSpPr/>
            <p:nvPr/>
          </p:nvSpPr>
          <p:spPr>
            <a:xfrm>
              <a:off x="821340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70" name="Grafik 9"/>
            <p:cNvGrpSpPr/>
            <p:nvPr/>
          </p:nvGrpSpPr>
          <p:grpSpPr>
            <a:xfrm>
              <a:off x="7741440" y="833040"/>
              <a:ext cx="1049040" cy="179640"/>
              <a:chOff x="7741440" y="833040"/>
              <a:chExt cx="1049040" cy="179640"/>
            </a:xfrm>
          </p:grpSpPr>
          <p:sp>
            <p:nvSpPr>
              <p:cNvPr id="1271" name="Freihandform: Form 40"/>
              <p:cNvSpPr/>
              <p:nvPr/>
            </p:nvSpPr>
            <p:spPr>
              <a:xfrm>
                <a:off x="823644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2" name="Freihandform: Form 41"/>
              <p:cNvSpPr/>
              <p:nvPr/>
            </p:nvSpPr>
            <p:spPr>
              <a:xfrm>
                <a:off x="8284680" y="833040"/>
                <a:ext cx="35280" cy="4212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3" name="Freihandform: Form 42"/>
              <p:cNvSpPr/>
              <p:nvPr/>
            </p:nvSpPr>
            <p:spPr>
              <a:xfrm>
                <a:off x="7741440" y="91260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4" name="Freihandform: Form 43"/>
              <p:cNvSpPr/>
              <p:nvPr/>
            </p:nvSpPr>
            <p:spPr>
              <a:xfrm>
                <a:off x="8677440" y="91404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75" name="Freihandform: Form 44"/>
          <p:cNvSpPr/>
          <p:nvPr/>
        </p:nvSpPr>
        <p:spPr>
          <a:xfrm>
            <a:off x="-5040" y="407160"/>
            <a:ext cx="336240" cy="29340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400"/>
              <a:gd name="textAreaBottom" fmla="*/ 294120 h 29340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6" name="PlaceHolder 1"/>
          <p:cNvSpPr>
            <a:spLocks noGrp="1"/>
          </p:cNvSpPr>
          <p:nvPr>
            <p:ph type="title"/>
          </p:nvPr>
        </p:nvSpPr>
        <p:spPr>
          <a:xfrm>
            <a:off x="526680" y="330120"/>
            <a:ext cx="682560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77" name="PlaceHolder 2"/>
          <p:cNvSpPr>
            <a:spLocks noGrp="1"/>
          </p:cNvSpPr>
          <p:nvPr>
            <p:ph type="ftr" idx="51"/>
          </p:nvPr>
        </p:nvSpPr>
        <p:spPr>
          <a:xfrm>
            <a:off x="628560" y="496944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8" name="PlaceHolder 3"/>
          <p:cNvSpPr>
            <a:spLocks noGrp="1"/>
          </p:cNvSpPr>
          <p:nvPr>
            <p:ph type="sldNum" idx="52"/>
          </p:nvPr>
        </p:nvSpPr>
        <p:spPr>
          <a:xfrm>
            <a:off x="35640" y="496944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E731DC6C-5BE9-4761-9908-E1235220B5D6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9" name="PlaceHolder 4"/>
          <p:cNvSpPr>
            <a:spLocks noGrp="1"/>
          </p:cNvSpPr>
          <p:nvPr>
            <p:ph type="body"/>
          </p:nvPr>
        </p:nvSpPr>
        <p:spPr>
          <a:xfrm>
            <a:off x="0" y="1420560"/>
            <a:ext cx="4543560" cy="34869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80" name="PlaceHolder 5"/>
          <p:cNvSpPr>
            <a:spLocks noGrp="1"/>
          </p:cNvSpPr>
          <p:nvPr>
            <p:ph type="body"/>
          </p:nvPr>
        </p:nvSpPr>
        <p:spPr>
          <a:xfrm>
            <a:off x="4599360" y="1420560"/>
            <a:ext cx="4543560" cy="34869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81" name="PlaceHolder 6"/>
          <p:cNvSpPr>
            <a:spLocks noGrp="1"/>
          </p:cNvSpPr>
          <p:nvPr>
            <p:ph type="body"/>
          </p:nvPr>
        </p:nvSpPr>
        <p:spPr>
          <a:xfrm>
            <a:off x="521640" y="1086840"/>
            <a:ext cx="8100000" cy="32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drei Bil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2" name="Gruppieren 6"/>
          <p:cNvGrpSpPr/>
          <p:nvPr/>
        </p:nvGrpSpPr>
        <p:grpSpPr>
          <a:xfrm>
            <a:off x="-5040" y="4944600"/>
            <a:ext cx="9147960" cy="196560"/>
            <a:chOff x="-5040" y="4944600"/>
            <a:chExt cx="9147960" cy="196560"/>
          </a:xfrm>
        </p:grpSpPr>
        <p:sp>
          <p:nvSpPr>
            <p:cNvPr id="1283" name="bk object 18"/>
            <p:cNvSpPr/>
            <p:nvPr/>
          </p:nvSpPr>
          <p:spPr>
            <a:xfrm>
              <a:off x="-5040" y="4944600"/>
              <a:ext cx="483840" cy="19656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4" name="bk object 18"/>
            <p:cNvSpPr/>
            <p:nvPr/>
          </p:nvSpPr>
          <p:spPr>
            <a:xfrm>
              <a:off x="522360" y="4944600"/>
              <a:ext cx="8620560" cy="19656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5" name="Holder 3"/>
            <p:cNvSpPr/>
            <p:nvPr/>
          </p:nvSpPr>
          <p:spPr>
            <a:xfrm>
              <a:off x="8194680" y="4960080"/>
              <a:ext cx="44856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86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287" name="Grafik 9"/>
          <p:cNvGrpSpPr/>
          <p:nvPr/>
        </p:nvGrpSpPr>
        <p:grpSpPr>
          <a:xfrm>
            <a:off x="7741440" y="393480"/>
            <a:ext cx="1049040" cy="619200"/>
            <a:chOff x="7741440" y="393480"/>
            <a:chExt cx="1049040" cy="619200"/>
          </a:xfrm>
        </p:grpSpPr>
        <p:grpSp>
          <p:nvGrpSpPr>
            <p:cNvPr id="1288" name="Grafik 9"/>
            <p:cNvGrpSpPr/>
            <p:nvPr/>
          </p:nvGrpSpPr>
          <p:grpSpPr>
            <a:xfrm>
              <a:off x="7741440" y="393480"/>
              <a:ext cx="883800" cy="430920"/>
              <a:chOff x="7741440" y="393480"/>
              <a:chExt cx="883800" cy="430920"/>
            </a:xfrm>
          </p:grpSpPr>
          <p:sp>
            <p:nvSpPr>
              <p:cNvPr id="1289" name="Freihandform: Form 20"/>
              <p:cNvSpPr/>
              <p:nvPr/>
            </p:nvSpPr>
            <p:spPr>
              <a:xfrm>
                <a:off x="8358120" y="479880"/>
                <a:ext cx="267120" cy="26712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120"/>
                  <a:gd name="textAreaBottom" fmla="*/ 267840 h 26712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0" name="Freihandform: Form 21"/>
              <p:cNvSpPr/>
              <p:nvPr/>
            </p:nvSpPr>
            <p:spPr>
              <a:xfrm>
                <a:off x="774144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1" name="Freihandform: Form 22"/>
              <p:cNvSpPr/>
              <p:nvPr/>
            </p:nvSpPr>
            <p:spPr>
              <a:xfrm>
                <a:off x="805068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2" name="Freihandform: Form 23"/>
              <p:cNvSpPr/>
              <p:nvPr/>
            </p:nvSpPr>
            <p:spPr>
              <a:xfrm>
                <a:off x="784800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3" name="Freihandform: Form 24"/>
              <p:cNvSpPr/>
              <p:nvPr/>
            </p:nvSpPr>
            <p:spPr>
              <a:xfrm>
                <a:off x="795816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4" name="Freihandform: Form 25"/>
              <p:cNvSpPr/>
              <p:nvPr/>
            </p:nvSpPr>
            <p:spPr>
              <a:xfrm>
                <a:off x="821232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95" name="Freihandform: Form 26"/>
            <p:cNvSpPr/>
            <p:nvPr/>
          </p:nvSpPr>
          <p:spPr>
            <a:xfrm>
              <a:off x="774144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6" name="Freihandform: Form 27"/>
            <p:cNvSpPr/>
            <p:nvPr/>
          </p:nvSpPr>
          <p:spPr>
            <a:xfrm>
              <a:off x="779976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7" name="Freihandform: Form 28"/>
            <p:cNvSpPr/>
            <p:nvPr/>
          </p:nvSpPr>
          <p:spPr>
            <a:xfrm>
              <a:off x="784908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98" name="Grafik 9"/>
            <p:cNvGrpSpPr/>
            <p:nvPr/>
          </p:nvGrpSpPr>
          <p:grpSpPr>
            <a:xfrm>
              <a:off x="7872120" y="833040"/>
              <a:ext cx="74160" cy="40320"/>
              <a:chOff x="7872120" y="833040"/>
              <a:chExt cx="74160" cy="40320"/>
            </a:xfrm>
          </p:grpSpPr>
          <p:sp>
            <p:nvSpPr>
              <p:cNvPr id="1299" name="Freihandform: Form 30"/>
              <p:cNvSpPr/>
              <p:nvPr/>
            </p:nvSpPr>
            <p:spPr>
              <a:xfrm>
                <a:off x="787212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0" name="Freihandform: Form 31"/>
              <p:cNvSpPr/>
              <p:nvPr/>
            </p:nvSpPr>
            <p:spPr>
              <a:xfrm>
                <a:off x="7922160" y="833040"/>
                <a:ext cx="24120" cy="4032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01" name="Freihandform: Form 32"/>
            <p:cNvSpPr/>
            <p:nvPr/>
          </p:nvSpPr>
          <p:spPr>
            <a:xfrm>
              <a:off x="795924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02" name="Grafik 9"/>
            <p:cNvGrpSpPr/>
            <p:nvPr/>
          </p:nvGrpSpPr>
          <p:grpSpPr>
            <a:xfrm>
              <a:off x="7979760" y="811080"/>
              <a:ext cx="78120" cy="64080"/>
              <a:chOff x="7979760" y="811080"/>
              <a:chExt cx="78120" cy="64080"/>
            </a:xfrm>
          </p:grpSpPr>
          <p:sp>
            <p:nvSpPr>
              <p:cNvPr id="1303" name="Freihandform: Form 34"/>
              <p:cNvSpPr/>
              <p:nvPr/>
            </p:nvSpPr>
            <p:spPr>
              <a:xfrm>
                <a:off x="7979760" y="833040"/>
                <a:ext cx="33480" cy="421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4" name="Freihandform: Form 35"/>
              <p:cNvSpPr/>
              <p:nvPr/>
            </p:nvSpPr>
            <p:spPr>
              <a:xfrm>
                <a:off x="8024400" y="811080"/>
                <a:ext cx="33480" cy="619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1920"/>
                  <a:gd name="textAreaBottom" fmla="*/ 62640 h 6192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05" name="Freihandform: Form 36"/>
            <p:cNvSpPr/>
            <p:nvPr/>
          </p:nvSpPr>
          <p:spPr>
            <a:xfrm>
              <a:off x="810648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6" name="Freihandform: Form 37"/>
            <p:cNvSpPr/>
            <p:nvPr/>
          </p:nvSpPr>
          <p:spPr>
            <a:xfrm>
              <a:off x="816480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7" name="Freihandform: Form 38"/>
            <p:cNvSpPr/>
            <p:nvPr/>
          </p:nvSpPr>
          <p:spPr>
            <a:xfrm>
              <a:off x="821340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08" name="Grafik 9"/>
            <p:cNvGrpSpPr/>
            <p:nvPr/>
          </p:nvGrpSpPr>
          <p:grpSpPr>
            <a:xfrm>
              <a:off x="7741440" y="833040"/>
              <a:ext cx="1049040" cy="179640"/>
              <a:chOff x="7741440" y="833040"/>
              <a:chExt cx="1049040" cy="179640"/>
            </a:xfrm>
          </p:grpSpPr>
          <p:sp>
            <p:nvSpPr>
              <p:cNvPr id="1309" name="Freihandform: Form 40"/>
              <p:cNvSpPr/>
              <p:nvPr/>
            </p:nvSpPr>
            <p:spPr>
              <a:xfrm>
                <a:off x="823644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0" name="Freihandform: Form 41"/>
              <p:cNvSpPr/>
              <p:nvPr/>
            </p:nvSpPr>
            <p:spPr>
              <a:xfrm>
                <a:off x="8284680" y="833040"/>
                <a:ext cx="35280" cy="4212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1" name="Freihandform: Form 42"/>
              <p:cNvSpPr/>
              <p:nvPr/>
            </p:nvSpPr>
            <p:spPr>
              <a:xfrm>
                <a:off x="7741440" y="91260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2" name="Freihandform: Form 43"/>
              <p:cNvSpPr/>
              <p:nvPr/>
            </p:nvSpPr>
            <p:spPr>
              <a:xfrm>
                <a:off x="8677440" y="91404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313" name="Freihandform: Form 44"/>
          <p:cNvSpPr/>
          <p:nvPr/>
        </p:nvSpPr>
        <p:spPr>
          <a:xfrm>
            <a:off x="-5040" y="407160"/>
            <a:ext cx="336240" cy="29340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400"/>
              <a:gd name="textAreaBottom" fmla="*/ 294120 h 29340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14" name="PlaceHolder 1"/>
          <p:cNvSpPr>
            <a:spLocks noGrp="1"/>
          </p:cNvSpPr>
          <p:nvPr>
            <p:ph type="title"/>
          </p:nvPr>
        </p:nvSpPr>
        <p:spPr>
          <a:xfrm>
            <a:off x="526680" y="330120"/>
            <a:ext cx="682560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15" name="PlaceHolder 2"/>
          <p:cNvSpPr>
            <a:spLocks noGrp="1"/>
          </p:cNvSpPr>
          <p:nvPr>
            <p:ph type="ftr" idx="53"/>
          </p:nvPr>
        </p:nvSpPr>
        <p:spPr>
          <a:xfrm>
            <a:off x="628560" y="496944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6" name="PlaceHolder 3"/>
          <p:cNvSpPr>
            <a:spLocks noGrp="1"/>
          </p:cNvSpPr>
          <p:nvPr>
            <p:ph type="sldNum" idx="54"/>
          </p:nvPr>
        </p:nvSpPr>
        <p:spPr>
          <a:xfrm>
            <a:off x="35640" y="496944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624BBFDA-CC81-400A-8035-FE5382D858BB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7" name="PlaceHolder 4"/>
          <p:cNvSpPr>
            <a:spLocks noGrp="1"/>
          </p:cNvSpPr>
          <p:nvPr>
            <p:ph type="body"/>
          </p:nvPr>
        </p:nvSpPr>
        <p:spPr>
          <a:xfrm>
            <a:off x="0" y="1420560"/>
            <a:ext cx="2977920" cy="34869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18" name="PlaceHolder 5"/>
          <p:cNvSpPr>
            <a:spLocks noGrp="1"/>
          </p:cNvSpPr>
          <p:nvPr>
            <p:ph type="body"/>
          </p:nvPr>
        </p:nvSpPr>
        <p:spPr>
          <a:xfrm>
            <a:off x="3032640" y="1420560"/>
            <a:ext cx="3078000" cy="34869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19" name="PlaceHolder 6"/>
          <p:cNvSpPr>
            <a:spLocks noGrp="1"/>
          </p:cNvSpPr>
          <p:nvPr>
            <p:ph type="body"/>
          </p:nvPr>
        </p:nvSpPr>
        <p:spPr>
          <a:xfrm>
            <a:off x="6165000" y="1420560"/>
            <a:ext cx="2977920" cy="34869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20" name="PlaceHolder 7"/>
          <p:cNvSpPr>
            <a:spLocks noGrp="1"/>
          </p:cNvSpPr>
          <p:nvPr>
            <p:ph type="body"/>
          </p:nvPr>
        </p:nvSpPr>
        <p:spPr>
          <a:xfrm>
            <a:off x="521640" y="1086840"/>
            <a:ext cx="8100000" cy="32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Überschrift + Bild groß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1" name="Gruppieren 6"/>
          <p:cNvGrpSpPr/>
          <p:nvPr/>
        </p:nvGrpSpPr>
        <p:grpSpPr>
          <a:xfrm>
            <a:off x="-5040" y="4944600"/>
            <a:ext cx="9147960" cy="196560"/>
            <a:chOff x="-5040" y="4944600"/>
            <a:chExt cx="9147960" cy="196560"/>
          </a:xfrm>
        </p:grpSpPr>
        <p:sp>
          <p:nvSpPr>
            <p:cNvPr id="1322" name="bk object 18"/>
            <p:cNvSpPr/>
            <p:nvPr/>
          </p:nvSpPr>
          <p:spPr>
            <a:xfrm>
              <a:off x="-5040" y="4944600"/>
              <a:ext cx="483840" cy="19656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3" name="bk object 18"/>
            <p:cNvSpPr/>
            <p:nvPr/>
          </p:nvSpPr>
          <p:spPr>
            <a:xfrm>
              <a:off x="522360" y="4944600"/>
              <a:ext cx="8620560" cy="19656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560"/>
                <a:gd name="textAreaBottom" fmla="*/ 197280 h 19656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4" name="Holder 3"/>
            <p:cNvSpPr/>
            <p:nvPr/>
          </p:nvSpPr>
          <p:spPr>
            <a:xfrm>
              <a:off x="8194680" y="4960080"/>
              <a:ext cx="448560" cy="16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325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326" name="Grafik 9"/>
          <p:cNvGrpSpPr/>
          <p:nvPr/>
        </p:nvGrpSpPr>
        <p:grpSpPr>
          <a:xfrm>
            <a:off x="7741440" y="393480"/>
            <a:ext cx="1049040" cy="619200"/>
            <a:chOff x="7741440" y="393480"/>
            <a:chExt cx="1049040" cy="619200"/>
          </a:xfrm>
        </p:grpSpPr>
        <p:grpSp>
          <p:nvGrpSpPr>
            <p:cNvPr id="1327" name="Grafik 9"/>
            <p:cNvGrpSpPr/>
            <p:nvPr/>
          </p:nvGrpSpPr>
          <p:grpSpPr>
            <a:xfrm>
              <a:off x="7741440" y="393480"/>
              <a:ext cx="883800" cy="430920"/>
              <a:chOff x="7741440" y="393480"/>
              <a:chExt cx="883800" cy="430920"/>
            </a:xfrm>
          </p:grpSpPr>
          <p:sp>
            <p:nvSpPr>
              <p:cNvPr id="1328" name="Freihandform: Form 20"/>
              <p:cNvSpPr/>
              <p:nvPr/>
            </p:nvSpPr>
            <p:spPr>
              <a:xfrm>
                <a:off x="8358120" y="479880"/>
                <a:ext cx="267120" cy="26712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120"/>
                  <a:gd name="textAreaBottom" fmla="*/ 267840 h 267120"/>
                  <a:gd name="GluePoint1X" fmla="*/ 0 w 746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9" name="Freihandform: Form 21"/>
              <p:cNvSpPr/>
              <p:nvPr/>
            </p:nvSpPr>
            <p:spPr>
              <a:xfrm>
                <a:off x="774144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0" name="Freihandform: Form 22"/>
              <p:cNvSpPr/>
              <p:nvPr/>
            </p:nvSpPr>
            <p:spPr>
              <a:xfrm>
                <a:off x="8050680" y="393480"/>
                <a:ext cx="267120" cy="34704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040"/>
                  <a:gd name="textAreaBottom" fmla="*/ 347760 h 347040"/>
                  <a:gd name="GluePoint1X" fmla="*/ 0 w 968"/>
                  <a:gd name="GluePoint1Y" fmla="*/ 0 h 745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1" name="Freihandform: Form 23"/>
              <p:cNvSpPr/>
              <p:nvPr/>
            </p:nvSpPr>
            <p:spPr>
              <a:xfrm>
                <a:off x="784800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2" name="Freihandform: Form 24"/>
              <p:cNvSpPr/>
              <p:nvPr/>
            </p:nvSpPr>
            <p:spPr>
              <a:xfrm>
                <a:off x="795816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3" name="Freihandform: Form 25"/>
              <p:cNvSpPr/>
              <p:nvPr/>
            </p:nvSpPr>
            <p:spPr>
              <a:xfrm>
                <a:off x="8212320" y="81648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</a:gdLst>
                <a:ahLst/>
                <a:cxnLst/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34" name="Freihandform: Form 26"/>
            <p:cNvSpPr/>
            <p:nvPr/>
          </p:nvSpPr>
          <p:spPr>
            <a:xfrm>
              <a:off x="774144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5" name="Freihandform: Form 27"/>
            <p:cNvSpPr/>
            <p:nvPr/>
          </p:nvSpPr>
          <p:spPr>
            <a:xfrm>
              <a:off x="779976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6" name="Freihandform: Form 28"/>
            <p:cNvSpPr/>
            <p:nvPr/>
          </p:nvSpPr>
          <p:spPr>
            <a:xfrm>
              <a:off x="784908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37" name="Grafik 9"/>
            <p:cNvGrpSpPr/>
            <p:nvPr/>
          </p:nvGrpSpPr>
          <p:grpSpPr>
            <a:xfrm>
              <a:off x="7872120" y="833040"/>
              <a:ext cx="74160" cy="40320"/>
              <a:chOff x="7872120" y="833040"/>
              <a:chExt cx="74160" cy="40320"/>
            </a:xfrm>
          </p:grpSpPr>
          <p:sp>
            <p:nvSpPr>
              <p:cNvPr id="1338" name="Freihandform: Form 30"/>
              <p:cNvSpPr/>
              <p:nvPr/>
            </p:nvSpPr>
            <p:spPr>
              <a:xfrm>
                <a:off x="787212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9" name="Freihandform: Form 31"/>
              <p:cNvSpPr/>
              <p:nvPr/>
            </p:nvSpPr>
            <p:spPr>
              <a:xfrm>
                <a:off x="7922160" y="833040"/>
                <a:ext cx="24120" cy="4032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40" name="Freihandform: Form 32"/>
            <p:cNvSpPr/>
            <p:nvPr/>
          </p:nvSpPr>
          <p:spPr>
            <a:xfrm>
              <a:off x="795924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41" name="Grafik 9"/>
            <p:cNvGrpSpPr/>
            <p:nvPr/>
          </p:nvGrpSpPr>
          <p:grpSpPr>
            <a:xfrm>
              <a:off x="7979760" y="811080"/>
              <a:ext cx="78120" cy="64080"/>
              <a:chOff x="7979760" y="811080"/>
              <a:chExt cx="78120" cy="64080"/>
            </a:xfrm>
          </p:grpSpPr>
          <p:sp>
            <p:nvSpPr>
              <p:cNvPr id="1342" name="Freihandform: Form 34"/>
              <p:cNvSpPr/>
              <p:nvPr/>
            </p:nvSpPr>
            <p:spPr>
              <a:xfrm>
                <a:off x="7979760" y="833040"/>
                <a:ext cx="33480" cy="421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3" name="Freihandform: Form 35"/>
              <p:cNvSpPr/>
              <p:nvPr/>
            </p:nvSpPr>
            <p:spPr>
              <a:xfrm>
                <a:off x="8024400" y="811080"/>
                <a:ext cx="33480" cy="619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1920"/>
                  <a:gd name="textAreaBottom" fmla="*/ 62640 h 61920"/>
                  <a:gd name="GluePoint1X" fmla="*/ 0 w 176"/>
                  <a:gd name="GluePoint1Y" fmla="*/ 0 h 96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44" name="Freihandform: Form 36"/>
            <p:cNvSpPr/>
            <p:nvPr/>
          </p:nvSpPr>
          <p:spPr>
            <a:xfrm>
              <a:off x="8106480" y="816840"/>
              <a:ext cx="42480" cy="5652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520"/>
                <a:gd name="textAreaBottom" fmla="*/ 57240 h 56520"/>
                <a:gd name="GluePoint1X" fmla="*/ 0 w 161"/>
                <a:gd name="GluePoint1Y" fmla="*/ 0 h 121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5" name="Freihandform: Form 37"/>
            <p:cNvSpPr/>
            <p:nvPr/>
          </p:nvSpPr>
          <p:spPr>
            <a:xfrm>
              <a:off x="8164800" y="833040"/>
              <a:ext cx="35280" cy="4212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120"/>
                <a:gd name="textAreaBottom" fmla="*/ 42840 h 42120"/>
              </a:gdLst>
              <a:ahLst/>
              <a:cxnLst/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6" name="Freihandform: Form 38"/>
            <p:cNvSpPr/>
            <p:nvPr/>
          </p:nvSpPr>
          <p:spPr>
            <a:xfrm>
              <a:off x="8213400" y="834120"/>
              <a:ext cx="6120" cy="3852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520"/>
                <a:gd name="textAreaBottom" fmla="*/ 39240 h 38520"/>
                <a:gd name="GluePoint1X" fmla="*/ 0 w 111"/>
                <a:gd name="GluePoint1Y" fmla="*/ 0 h 20"/>
              </a:gdLst>
              <a:ahLst/>
              <a:cxnLst>
                <a:cxn ang="0">
                  <a:pos x="GluePoint1X" y="GluePoint1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47" name="Grafik 9"/>
            <p:cNvGrpSpPr/>
            <p:nvPr/>
          </p:nvGrpSpPr>
          <p:grpSpPr>
            <a:xfrm>
              <a:off x="7741440" y="833040"/>
              <a:ext cx="1049040" cy="179640"/>
              <a:chOff x="7741440" y="833040"/>
              <a:chExt cx="1049040" cy="179640"/>
            </a:xfrm>
          </p:grpSpPr>
          <p:sp>
            <p:nvSpPr>
              <p:cNvPr id="1348" name="Freihandform: Form 40"/>
              <p:cNvSpPr/>
              <p:nvPr/>
            </p:nvSpPr>
            <p:spPr>
              <a:xfrm>
                <a:off x="8236440" y="833040"/>
                <a:ext cx="33480" cy="4032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320"/>
                  <a:gd name="textAreaBottom" fmla="*/ 41040 h 40320"/>
                </a:gdLst>
                <a:ahLst/>
                <a:cxnLst/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9" name="Freihandform: Form 41"/>
              <p:cNvSpPr/>
              <p:nvPr/>
            </p:nvSpPr>
            <p:spPr>
              <a:xfrm>
                <a:off x="8284680" y="833040"/>
                <a:ext cx="35280" cy="4212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120"/>
                  <a:gd name="textAreaBottom" fmla="*/ 42840 h 42120"/>
                </a:gdLst>
                <a:ahLst/>
                <a:cxnLst/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0" name="Freihandform: Form 42"/>
              <p:cNvSpPr/>
              <p:nvPr/>
            </p:nvSpPr>
            <p:spPr>
              <a:xfrm>
                <a:off x="7741440" y="91260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</a:gdLst>
                <a:ahLst/>
                <a:cxnLst/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1" name="Freihandform: Form 43"/>
              <p:cNvSpPr/>
              <p:nvPr/>
            </p:nvSpPr>
            <p:spPr>
              <a:xfrm>
                <a:off x="8677440" y="91404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277"/>
                  <a:gd name="GluePoint1Y" fmla="*/ 0 h 317"/>
                </a:gdLst>
                <a:ahLst/>
                <a:cxnLst>
                  <a:cxn ang="0">
                    <a:pos x="GluePoint1X" y="GluePoint1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352" name="Freihandform: Form 44"/>
          <p:cNvSpPr/>
          <p:nvPr/>
        </p:nvSpPr>
        <p:spPr>
          <a:xfrm>
            <a:off x="-5040" y="407160"/>
            <a:ext cx="336240" cy="29340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400"/>
              <a:gd name="textAreaBottom" fmla="*/ 294120 h 293400"/>
              <a:gd name="GluePoint1X" fmla="*/ 0 w 819"/>
              <a:gd name="GluePoint1Y" fmla="*/ 0 h 937"/>
            </a:gdLst>
            <a:ahLst/>
            <a:cxnLst>
              <a:cxn ang="0">
                <a:pos x="GluePoint1X" y="GluePoint1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53" name="PlaceHolder 1"/>
          <p:cNvSpPr>
            <a:spLocks noGrp="1"/>
          </p:cNvSpPr>
          <p:nvPr>
            <p:ph type="title"/>
          </p:nvPr>
        </p:nvSpPr>
        <p:spPr>
          <a:xfrm>
            <a:off x="526680" y="330120"/>
            <a:ext cx="682560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54" name="PlaceHolder 2"/>
          <p:cNvSpPr>
            <a:spLocks noGrp="1"/>
          </p:cNvSpPr>
          <p:nvPr>
            <p:ph type="ftr" idx="55"/>
          </p:nvPr>
        </p:nvSpPr>
        <p:spPr>
          <a:xfrm>
            <a:off x="628560" y="496944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5" name="PlaceHolder 3"/>
          <p:cNvSpPr>
            <a:spLocks noGrp="1"/>
          </p:cNvSpPr>
          <p:nvPr>
            <p:ph type="sldNum" idx="56"/>
          </p:nvPr>
        </p:nvSpPr>
        <p:spPr>
          <a:xfrm>
            <a:off x="35640" y="496944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4F861BE5-E0F3-4868-87C9-FF451A9D09FD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6" name="PlaceHolder 4"/>
          <p:cNvSpPr>
            <a:spLocks noGrp="1"/>
          </p:cNvSpPr>
          <p:nvPr>
            <p:ph type="body"/>
          </p:nvPr>
        </p:nvSpPr>
        <p:spPr>
          <a:xfrm>
            <a:off x="0" y="1420560"/>
            <a:ext cx="9142920" cy="34869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57" name="PlaceHolder 5"/>
          <p:cNvSpPr>
            <a:spLocks noGrp="1"/>
          </p:cNvSpPr>
          <p:nvPr>
            <p:ph type="body"/>
          </p:nvPr>
        </p:nvSpPr>
        <p:spPr>
          <a:xfrm>
            <a:off x="521640" y="1086840"/>
            <a:ext cx="8100000" cy="322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28.xml"/><Relationship Id="rId24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  <p:sldLayoutId id="2147483680" r:id="rId2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PlaceHolder 1"/>
          <p:cNvSpPr>
            <a:spLocks noGrp="1"/>
          </p:cNvSpPr>
          <p:nvPr>
            <p:ph type="title"/>
          </p:nvPr>
        </p:nvSpPr>
        <p:spPr>
          <a:xfrm>
            <a:off x="3654360" y="2265120"/>
            <a:ext cx="4948920" cy="106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HeineOS</a:t>
            </a:r>
            <a:br>
              <a:rPr sz="3600"/>
            </a:br>
            <a:br>
              <a:rPr sz="3600"/>
            </a:br>
            <a:r>
              <a:rPr lang="de-DE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Assignment Material: Assembly</a:t>
            </a:r>
            <a:endParaRPr lang="de-DE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65" name="PlaceHolder 2"/>
          <p:cNvSpPr>
            <a:spLocks noGrp="1"/>
          </p:cNvSpPr>
          <p:nvPr>
            <p:ph type="subTitle"/>
          </p:nvPr>
        </p:nvSpPr>
        <p:spPr>
          <a:xfrm>
            <a:off x="3654360" y="3489840"/>
            <a:ext cx="4399920" cy="603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Prof. Dr. Michael Schöttner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Dr. Fabian Ruhland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PlaceHolder 1"/>
          <p:cNvSpPr>
            <a:spLocks noGrp="1"/>
          </p:cNvSpPr>
          <p:nvPr>
            <p:ph type="title"/>
          </p:nvPr>
        </p:nvSpPr>
        <p:spPr>
          <a:xfrm>
            <a:off x="526680" y="358920"/>
            <a:ext cx="682560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What is an Assembler?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6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329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 simple compiler, that translates assembly code into machine language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Assembly code = human-readable CPU instructions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Machine language = Binary representation of CPU instructions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Assembly language is more comfortable than machine language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Instead of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000001011110100000000011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the programmer can write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add ax,1000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Assembly instructions are uniquely mapped to binary machine instructions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1417"/>
              </a:spcBef>
              <a:buNone/>
              <a:tabLst>
                <a:tab pos="0" algn="l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Every CPU architecture has its own assembler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68" name=""/>
          <p:cNvGraphicFramePr/>
          <p:nvPr/>
        </p:nvGraphicFramePr>
        <p:xfrm>
          <a:off x="1954440" y="3068280"/>
          <a:ext cx="5075280" cy="857880"/>
        </p:xfrm>
        <a:graphic>
          <a:graphicData uri="http://schemas.openxmlformats.org/drawingml/2006/table">
            <a:tbl>
              <a:tblPr/>
              <a:tblGrid>
                <a:gridCol w="2537640"/>
                <a:gridCol w="2538000"/>
              </a:tblGrid>
              <a:tr h="28584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Assembly language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Machine language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584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add ax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00000101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62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1000</a:t>
                      </a: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(decimal)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0000001111101000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PlaceHolder 1"/>
          <p:cNvSpPr>
            <a:spLocks noGrp="1"/>
          </p:cNvSpPr>
          <p:nvPr>
            <p:ph type="title"/>
          </p:nvPr>
        </p:nvSpPr>
        <p:spPr>
          <a:xfrm>
            <a:off x="526680" y="329760"/>
            <a:ext cx="6825600" cy="451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What is an Assembler?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7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3291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Contrary to real (higher level language) compilers, an assembler cannot translate many complex expressions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Assembly language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spcBef>
                <a:spcPts val="1131"/>
              </a:spcBef>
              <a:buClr>
                <a:srgbClr val="B5CBD6"/>
              </a:buClr>
              <a:buSzPct val="75000"/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Assembly code = human-readable CPU instructions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spcBef>
                <a:spcPts val="1414"/>
              </a:spcBef>
              <a:buNone/>
              <a:tabLst>
                <a:tab pos="0" algn="l"/>
              </a:tabLst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Higher level constructs are broken down into simpler instruction by a compiler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10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No complex instructions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10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No convenient loops (mostly just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goto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equivalents)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10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No structured datatypes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10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No subroutines with parameter passing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PlaceHolder 1"/>
          <p:cNvSpPr>
            <a:spLocks noGrp="1"/>
          </p:cNvSpPr>
          <p:nvPr>
            <p:ph type="title"/>
          </p:nvPr>
        </p:nvSpPr>
        <p:spPr>
          <a:xfrm>
            <a:off x="526680" y="330120"/>
            <a:ext cx="682560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Example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7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The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expressions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</a:rPr>
              <a:t>sum = a + b + c + d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is too complex for an assembler and needs to be split into multiple instructions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x86 assembler can only add two numbers at a time and store the result in one of the used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variables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(</a:t>
            </a: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accumulator register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The above expressions corresponds to these instruction in an assembly program: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0" algn="l" defTabSz="914400">
              <a:spcBef>
                <a:spcPts val="113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</a:rPr>
              <a:t>sum = a;</a:t>
            </a:r>
            <a:br>
              <a:rPr sz="1600"/>
            </a:b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</a:rPr>
              <a:t>sum = sum + b;</a:t>
            </a:r>
            <a:br>
              <a:rPr sz="1600"/>
            </a:b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</a:rPr>
              <a:t>sum = sum + c;</a:t>
            </a:r>
            <a:br>
              <a:rPr sz="1600"/>
            </a:b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</a:rPr>
              <a:t>sum = sum + d;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PlaceHolder 1"/>
          <p:cNvSpPr>
            <a:spLocks noGrp="1"/>
          </p:cNvSpPr>
          <p:nvPr>
            <p:ph type="title"/>
          </p:nvPr>
        </p:nvSpPr>
        <p:spPr>
          <a:xfrm>
            <a:off x="526680" y="330120"/>
            <a:ext cx="682560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Example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7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365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This program: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0" algn="l" defTabSz="914400">
              <a:spcBef>
                <a:spcPts val="113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</a:rPr>
              <a:t>sum = a;</a:t>
            </a:r>
            <a:br>
              <a:rPr sz="1600"/>
            </a:b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</a:rPr>
              <a:t>sum = sum + b;</a:t>
            </a:r>
            <a:br>
              <a:rPr sz="1600"/>
            </a:b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</a:rPr>
              <a:t>sum = sum + c;</a:t>
            </a:r>
            <a:br>
              <a:rPr sz="1600"/>
            </a:b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</a:rPr>
              <a:t>sum = sum + d;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spcBef>
                <a:spcPts val="1414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would look like this in x86 assembly language: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0" algn="l" defTabSz="914400">
              <a:spcBef>
                <a:spcPts val="113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</a:rPr>
              <a:t>mov rax, [a]</a:t>
            </a:r>
            <a:br>
              <a:rPr sz="1600"/>
            </a:b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</a:rPr>
              <a:t>add rax, [b]</a:t>
            </a:r>
            <a:br>
              <a:rPr sz="1600"/>
            </a:b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</a:rPr>
              <a:t>add rax, [c]</a:t>
            </a:r>
            <a:br>
              <a:rPr sz="1600"/>
            </a:b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</a:rPr>
              <a:t>add rax, [d]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Assemblers only support primitive operations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Most assembler work line-oriented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spcBef>
                <a:spcPts val="1131"/>
              </a:spcBef>
              <a:buClr>
                <a:srgbClr val="B5CBD6"/>
              </a:buClr>
              <a:buSzPct val="75000"/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One line matches one machine instruction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spcBef>
                <a:spcPts val="1131"/>
              </a:spcBef>
              <a:buClr>
                <a:srgbClr val="B5CBD6"/>
              </a:buClr>
              <a:buSzPct val="75000"/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No semicolon necessary at the end of a line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PlaceHolder 1"/>
          <p:cNvSpPr>
            <a:spLocks noGrp="1"/>
          </p:cNvSpPr>
          <p:nvPr>
            <p:ph type="title"/>
          </p:nvPr>
        </p:nvSpPr>
        <p:spPr>
          <a:xfrm>
            <a:off x="526680" y="330120"/>
            <a:ext cx="682560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Branch instruction </a:t>
            </a:r>
            <a:r>
              <a:rPr lang="en-GB" sz="2700" b="0" i="1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if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365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Simple if-then-else constructs are too complex for an assembler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0" algn="l" defTabSz="914400">
              <a:spcBef>
                <a:spcPts val="113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if (a== 4711) {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0" algn="l" defTabSz="914400">
              <a:spcBef>
                <a:spcPts val="113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    ...</a:t>
            </a:r>
            <a:br>
              <a:rPr sz="1600"/>
            </a:b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} else {</a:t>
            </a:r>
            <a:br>
              <a:rPr sz="1600"/>
            </a:b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    ...</a:t>
            </a:r>
            <a:br>
              <a:rPr sz="1600"/>
            </a:b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}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In x86 assembly language, this would look like the following: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0" algn="l" defTabSz="914400">
              <a:spcBef>
                <a:spcPts val="113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    cmp rax, 4711</a:t>
            </a: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	</a:t>
            </a: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; compare eax to 4711</a:t>
            </a:r>
            <a:br>
              <a:rPr sz="1600"/>
            </a:b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    jne unequal</a:t>
            </a: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	</a:t>
            </a: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; if rax != 4711 → jump to </a:t>
            </a:r>
            <a:r>
              <a:rPr lang="de-DE" sz="1600" b="0" i="1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unequal</a:t>
            </a:r>
            <a:br>
              <a:rPr sz="1600"/>
            </a:br>
            <a:br>
              <a:rPr sz="1600"/>
            </a:b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equal: ...</a:t>
            </a: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	</a:t>
            </a: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	</a:t>
            </a: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; otherwise, continue here (if-branch)</a:t>
            </a:r>
            <a:br>
              <a:rPr sz="1600"/>
            </a:b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    jmp after</a:t>
            </a: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	</a:t>
            </a: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; jump over else-branch</a:t>
            </a:r>
            <a:br>
              <a:rPr sz="1600"/>
            </a:br>
            <a:br>
              <a:rPr sz="1600"/>
            </a:b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unequal: ...</a:t>
            </a: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	</a:t>
            </a: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; else-branch</a:t>
            </a:r>
            <a:br>
              <a:rPr sz="1600"/>
            </a:br>
            <a:br>
              <a:rPr sz="1600"/>
            </a:b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after: ...</a:t>
            </a: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	</a:t>
            </a: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	</a:t>
            </a: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; continue with the rest of the program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PlaceHolder 1"/>
          <p:cNvSpPr>
            <a:spLocks noGrp="1"/>
          </p:cNvSpPr>
          <p:nvPr>
            <p:ph type="title"/>
          </p:nvPr>
        </p:nvSpPr>
        <p:spPr>
          <a:xfrm>
            <a:off x="526680" y="330120"/>
            <a:ext cx="682560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A simple </a:t>
            </a:r>
            <a:r>
              <a:rPr lang="en-GB" sz="2700" b="0" i="1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for</a:t>
            </a: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 loop</a:t>
            </a:r>
            <a:endParaRPr lang="en-GB" sz="2700" b="0" i="1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7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365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Simple counting loops are supported by the x86 instruction set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The following loop...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0" algn="l" defTabSz="914400">
              <a:spcBef>
                <a:spcPts val="113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for (i = 0; i &lt; 100; i++) {</a:t>
            </a:r>
            <a:br>
              <a:rPr sz="1600"/>
            </a:b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	</a:t>
            </a: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sum = sum + a;</a:t>
            </a:r>
            <a:br>
              <a:rPr sz="1600"/>
            </a:b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}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...looks like this in assembly language: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0" algn="l" defTabSz="914400">
              <a:spcBef>
                <a:spcPts val="113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    mov rcx, 100</a:t>
            </a:r>
            <a:br>
              <a:rPr sz="1600"/>
            </a:b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loop_start:</a:t>
            </a:r>
            <a:br>
              <a:rPr sz="1600"/>
            </a:b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    add rax, [a]</a:t>
            </a:r>
            <a:br>
              <a:rPr sz="1600"/>
            </a:b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    loop loop_start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The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loop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instruction implicitly decrements the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rcx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register and only jumps to the specified label, if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rcx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is not 0.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PlaceHolder 1"/>
          <p:cNvSpPr>
            <a:spLocks noGrp="1"/>
          </p:cNvSpPr>
          <p:nvPr>
            <p:ph type="title"/>
          </p:nvPr>
        </p:nvSpPr>
        <p:spPr>
          <a:xfrm>
            <a:off x="526680" y="330120"/>
            <a:ext cx="682560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CPU Register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8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Assembly language does not support arbitrary variables → Parameter values or computation results are stored in CPU registers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A CPU register is an extremely fast, but very small, temporary storage inside the CPU, that can store 64 bits in x86_64 CPUs (extensions like SSE or AVX introduce larger registers with up to 512 bits for vector operations)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The actual variables of a high level language are translated to memory addresses inside the data segment of an object file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To perform calculations using a variable, its value must first be loaded into a CPU register from the corresponding memory address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spcBef>
                <a:spcPts val="1131"/>
              </a:spcBef>
              <a:buClr>
                <a:srgbClr val="B5CBD6"/>
              </a:buClr>
              <a:buSzPct val="75000"/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Only a limited amount of variables fit into the few available registers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spcBef>
                <a:spcPts val="1131"/>
              </a:spcBef>
              <a:buClr>
                <a:srgbClr val="B5CBD6"/>
              </a:buClr>
              <a:buSzPct val="75000"/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The mapping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variable &lt;=&gt; register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changes over time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PlaceHolder 1"/>
          <p:cNvSpPr>
            <a:spLocks noGrp="1"/>
          </p:cNvSpPr>
          <p:nvPr>
            <p:ph type="title"/>
          </p:nvPr>
        </p:nvSpPr>
        <p:spPr>
          <a:xfrm>
            <a:off x="526680" y="330120"/>
            <a:ext cx="682560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Memory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8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Oftentimes, a problem cannot be solved using register alone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spcBef>
                <a:spcPts val="1131"/>
              </a:spcBef>
              <a:buClr>
                <a:srgbClr val="B5CBD6"/>
              </a:buClr>
              <a:buSzPct val="75000"/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Accessing main memory is necessary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The main memory acts like a giant array of registers, that may be 8, 16, 32 or 64 bit wide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spcBef>
                <a:spcPts val="1131"/>
              </a:spcBef>
              <a:buClr>
                <a:srgbClr val="B5CBD6"/>
              </a:buClr>
              <a:buSzPct val="75000"/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A byte is the smallest addressable unit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spcBef>
                <a:spcPts val="1131"/>
              </a:spcBef>
              <a:buClr>
                <a:srgbClr val="B5CBD6"/>
              </a:buClr>
              <a:buSzPct val="75000"/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Memory cells are enumerated (index)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spcBef>
                <a:spcPts val="1131"/>
              </a:spcBef>
              <a:buClr>
                <a:srgbClr val="B5CBD6"/>
              </a:buClr>
              <a:buSzPct val="75000"/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Access times are much slower (~70 ns) compare to CPU registers (~1 ns)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To access a value in main memory, the programmer must know its index inside the memory → This is called the value’s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address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Main memory indexed in bytes, ascending from 0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PlaceHolder 1"/>
          <p:cNvSpPr>
            <a:spLocks noGrp="1"/>
          </p:cNvSpPr>
          <p:nvPr>
            <p:ph type="title"/>
          </p:nvPr>
        </p:nvSpPr>
        <p:spPr>
          <a:xfrm>
            <a:off x="526680" y="330120"/>
            <a:ext cx="682560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Memory: Example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8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266760" indent="0" algn="l" defTabSz="914400">
              <a:spcBef>
                <a:spcPts val="1414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</a:rPr>
              <a:t>[SECTION .data]</a:t>
            </a:r>
            <a:br>
              <a:rPr sz="1600"/>
            </a:b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</a:rPr>
              <a:t>greeting:</a:t>
            </a: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</a:rPr>
              <a:t>	</a:t>
            </a: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</a:rPr>
              <a:t>db ‘Hello, World!‘</a:t>
            </a:r>
            <a:br>
              <a:rPr sz="1600"/>
            </a:b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</a:rPr>
              <a:t>bad_luck:</a:t>
            </a: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</a:rPr>
              <a:t>	</a:t>
            </a: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</a:rPr>
              <a:t>dw 13</a:t>
            </a:r>
            <a:br>
              <a:rPr sz="1600"/>
            </a:b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</a:rPr>
              <a:t>million:</a:t>
            </a: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</a:rPr>
              <a:t>	</a:t>
            </a: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</a:rPr>
              <a:t>dq 1000000</a:t>
            </a:r>
            <a:br>
              <a:rPr sz="1600"/>
            </a:br>
            <a:br>
              <a:rPr sz="1600"/>
            </a:b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</a:rPr>
              <a:t>[SECTION .text]</a:t>
            </a:r>
            <a:br>
              <a:rPr sz="1600"/>
            </a:br>
            <a:r>
              <a:rPr lang="de-DE" sz="1600" b="0" u="none" strike="noStrike">
                <a:solidFill>
                  <a:srgbClr val="0000FF"/>
                </a:solidFill>
                <a:effectLst/>
                <a:uFillTx/>
                <a:latin typeface="Courier New"/>
              </a:rPr>
              <a:t>mov rax, [million]</a:t>
            </a:r>
            <a:br>
              <a:rPr sz="1600"/>
            </a:br>
            <a:br>
              <a:rPr sz="1600"/>
            </a:br>
            <a:br>
              <a:rPr sz="1600"/>
            </a:b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db: define byte</a:t>
            </a:r>
            <a:br>
              <a:rPr sz="1400"/>
            </a:b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dw: define word (2 byte)</a:t>
            </a:r>
            <a:br>
              <a:rPr sz="1400"/>
            </a:b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dd: define double word (4 byte)</a:t>
            </a:r>
            <a:br>
              <a:rPr sz="1400"/>
            </a:b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dq: define quad word (8 byte)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5" name=""/>
          <p:cNvPicPr/>
          <p:nvPr/>
        </p:nvPicPr>
        <p:blipFill>
          <a:blip r:embed="rId1"/>
          <a:stretch/>
        </p:blipFill>
        <p:spPr>
          <a:xfrm>
            <a:off x="5902200" y="81720"/>
            <a:ext cx="1477800" cy="4772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PlaceHolder 1"/>
          <p:cNvSpPr>
            <a:spLocks noGrp="1"/>
          </p:cNvSpPr>
          <p:nvPr>
            <p:ph type="title"/>
          </p:nvPr>
        </p:nvSpPr>
        <p:spPr>
          <a:xfrm>
            <a:off x="526680" y="330120"/>
            <a:ext cx="682560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Stack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8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The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push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instruction puts values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on top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of the stack, while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pop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removes the topmost value from the stack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spcBef>
                <a:spcPts val="1131"/>
              </a:spcBef>
              <a:buClr>
                <a:srgbClr val="B5CBD6"/>
              </a:buClr>
              <a:buSzPct val="75000"/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The current memory address for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push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/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pop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is stored in a special registers called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Stack Pointer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(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RSP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register in x86_64) → Always points to the last used entry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spcBef>
                <a:spcPts val="1131"/>
              </a:spcBef>
              <a:buClr>
                <a:srgbClr val="B5CBD6"/>
              </a:buClr>
              <a:buSzPct val="75000"/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Programmers do not need to worry about the concrete stack pointer value, only about the order in which values were pushed onto the stack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spcBef>
                <a:spcPts val="1131"/>
              </a:spcBef>
              <a:buClr>
                <a:srgbClr val="B5CBD6"/>
              </a:buClr>
              <a:buSzPct val="75000"/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push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and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pop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always use 32 or 64 bit values (depending on the CPU mode)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8" name=""/>
          <p:cNvPicPr/>
          <p:nvPr/>
        </p:nvPicPr>
        <p:blipFill>
          <a:blip r:embed="rId1"/>
          <a:stretch/>
        </p:blipFill>
        <p:spPr>
          <a:xfrm>
            <a:off x="1800000" y="3199680"/>
            <a:ext cx="4860000" cy="1654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PlaceHolder 1"/>
          <p:cNvSpPr>
            <a:spLocks noGrp="1"/>
          </p:cNvSpPr>
          <p:nvPr>
            <p:ph type="title"/>
          </p:nvPr>
        </p:nvSpPr>
        <p:spPr>
          <a:xfrm>
            <a:off x="526680" y="330120"/>
            <a:ext cx="682560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Addressing modes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9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383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Most x86 instructions can take operands either out ouf registers, the main memory or immediate constants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The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mov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instruction works with the following addressing modes, where the first operand ist always the target and the second operand is always the source (</a:t>
            </a: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NASM-syntax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spcBef>
                <a:spcPts val="1131"/>
              </a:spcBef>
              <a:buClr>
                <a:srgbClr val="B5CBD6"/>
              </a:buClr>
              <a:buSzPct val="75000"/>
              <a:buFont typeface="Wingdings 2" charset="2"/>
              <a:buChar char=""/>
              <a:tabLst>
                <a:tab pos="0" algn="l"/>
              </a:tabLst>
            </a:pPr>
            <a:r>
              <a:rPr lang="de-DE" sz="1400" b="1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Register addressing: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The value of one register is transferred into another one</a:t>
            </a:r>
            <a:br>
              <a:rPr sz="1400"/>
            </a:b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	</a:t>
            </a:r>
            <a:r>
              <a:rPr lang="de-DE" sz="14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mov rbx, rdi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spcBef>
                <a:spcPts val="1131"/>
              </a:spcBef>
              <a:buClr>
                <a:srgbClr val="B5CBD6"/>
              </a:buClr>
              <a:buSzPct val="75000"/>
              <a:buFont typeface="Wingdings 2" charset="2"/>
              <a:buChar char=""/>
              <a:tabLst>
                <a:tab pos="0" algn="l"/>
              </a:tabLst>
            </a:pPr>
            <a:r>
              <a:rPr lang="de-DE" sz="1400" b="1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Immediate addressing: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A constant value is loaded into a register</a:t>
            </a:r>
            <a:br>
              <a:rPr sz="1400"/>
            </a:b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	</a:t>
            </a:r>
            <a:r>
              <a:rPr lang="de-DE" sz="14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mov rbx, 1000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spcBef>
                <a:spcPts val="1131"/>
              </a:spcBef>
              <a:buClr>
                <a:srgbClr val="B5CBD6"/>
              </a:buClr>
              <a:buSzPct val="75000"/>
              <a:buFont typeface="Wingdings 2" charset="2"/>
              <a:buChar char=""/>
              <a:tabLst>
                <a:tab pos="0" algn="l"/>
              </a:tabLst>
            </a:pPr>
            <a:r>
              <a:rPr lang="de-DE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ource Han Sans CN"/>
              </a:rPr>
              <a:t>Absolute addressing:</a:t>
            </a: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ource Han Sans CN"/>
              </a:rPr>
              <a:t> The value stored at a given memory address is transferred into a register</a:t>
            </a:r>
            <a:br>
              <a:rPr sz="1400"/>
            </a:b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ource Han Sans CN"/>
              </a:rPr>
              <a:t>	</a:t>
            </a:r>
            <a:r>
              <a:rPr lang="de-DE" sz="14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mov rbx, [1000]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spcBef>
                <a:spcPts val="1131"/>
              </a:spcBef>
              <a:buClr>
                <a:srgbClr val="B5CBD6"/>
              </a:buClr>
              <a:buSzPct val="75000"/>
              <a:buFont typeface="Wingdings 2" charset="2"/>
              <a:buChar char=""/>
              <a:tabLst>
                <a:tab pos="0" algn="l"/>
              </a:tabLst>
            </a:pPr>
            <a:r>
              <a:rPr lang="de-DE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ource Han Sans CN"/>
              </a:rPr>
              <a:t>Register indirect addressing:</a:t>
            </a: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ource Han Sans CN"/>
              </a:rPr>
              <a:t> The value stored at the memory address, pointed to by the second register, is loaded into the first register</a:t>
            </a:r>
            <a:br>
              <a:rPr sz="1400"/>
            </a:b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ource Han Sans CN"/>
              </a:rPr>
              <a:t>	</a:t>
            </a:r>
            <a:r>
              <a:rPr lang="de-DE" sz="14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mov rbx, [rax]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10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  <a:tabLst>
                <a:tab pos="0" algn="l"/>
              </a:tabLst>
            </a:pPr>
            <a:r>
              <a:rPr lang="de-DE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ource Han Sans CN"/>
              </a:rPr>
              <a:t>Base register addressing:</a:t>
            </a: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ource Han Sans CN"/>
              </a:rPr>
              <a:t> The value stored at the memory address, pointed to by the sum of the second register’s content and a constant value, is loaded into the first register</a:t>
            </a:r>
            <a:br>
              <a:rPr sz="1400"/>
            </a:b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ource Han Sans CN"/>
              </a:rPr>
              <a:t>	</a:t>
            </a:r>
            <a:r>
              <a:rPr lang="de-DE" sz="14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mov rax, [10+rsi]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PlaceHolder 1"/>
          <p:cNvSpPr>
            <a:spLocks noGrp="1"/>
          </p:cNvSpPr>
          <p:nvPr>
            <p:ph type="title"/>
          </p:nvPr>
        </p:nvSpPr>
        <p:spPr>
          <a:xfrm>
            <a:off x="526680" y="330120"/>
            <a:ext cx="682560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Functions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9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3291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Higher level languages introduce the concept of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functions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or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procedures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spcBef>
                <a:spcPts val="1131"/>
              </a:spcBef>
              <a:buClr>
                <a:srgbClr val="B5CBD6"/>
              </a:buClr>
              <a:buSzPct val="75000"/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In contrast to a simple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goto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, procedures may be called from anywhere in the program and after it returns, the program continues automatically with next instruction after the procedure call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spcBef>
                <a:spcPts val="1131"/>
              </a:spcBef>
              <a:buClr>
                <a:srgbClr val="B5CBD6"/>
              </a:buClr>
              <a:buSzPct val="75000"/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The procedure does not need to know from where it was called where the program continues afterward, as this automatically handled using the stack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Not only its data, but the program itself (code) resides in main memory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→ Every machine language instruction is uniquely addressable in memory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To let the processor execute a program, its instruction pointer needs to point to the address of the program’s first machine language instruction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10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The instruction pointer itself is a special register (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rip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for x86_64 CPUs)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10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The processor executes the instruction pointet to by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rip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and then automatically increases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rip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by the length of the executed instruction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PlaceHolder 1"/>
          <p:cNvSpPr>
            <a:spLocks noGrp="1"/>
          </p:cNvSpPr>
          <p:nvPr>
            <p:ph type="title"/>
          </p:nvPr>
        </p:nvSpPr>
        <p:spPr>
          <a:xfrm>
            <a:off x="526680" y="330120"/>
            <a:ext cx="682560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Functions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9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365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A jump instruction (e.g.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jmp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,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jne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,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je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, …) does not increase the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rip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by its length, but … 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spcBef>
                <a:spcPts val="1131"/>
              </a:spcBef>
              <a:buClr>
                <a:srgbClr val="B5CBD6"/>
              </a:buClr>
              <a:buSzPct val="75000"/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… either sets the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rip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directly to the given address (absolute jump)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spcBef>
                <a:spcPts val="1131"/>
              </a:spcBef>
              <a:buClr>
                <a:srgbClr val="B5CBD6"/>
              </a:buClr>
              <a:buSzPct val="75000"/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… or increases/decreases the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rip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by a relative offset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Calling a function/procedure behaves similar to a jump instruction, but also pushes the old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rip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value (+ instruction length) beforehand (this is called the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return address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When returning from a function, the return address is popped from the stack and the CPU jumps to it.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In the x86 instruction set,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call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implicitly stores the return address on the stack and jumps to a function, while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ret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returns from a function to the return address on the stack: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r>
              <a:rPr lang="de-DE" sz="14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; ------- Main program </a:t>
            </a:r>
            <a:r>
              <a:rPr lang="de-DE" sz="14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-------</a:t>
            </a:r>
            <a:br>
              <a:rPr sz="1400"/>
            </a:br>
            <a:r>
              <a:rPr lang="de-DE" sz="14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main:</a:t>
            </a:r>
            <a:r>
              <a:rPr lang="de-DE" sz="14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	</a:t>
            </a:r>
            <a:r>
              <a:rPr lang="de-DE" sz="14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...</a:t>
            </a:r>
            <a:br>
              <a:rPr sz="1400"/>
            </a:br>
            <a:r>
              <a:rPr lang="de-DE" sz="14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	</a:t>
            </a:r>
            <a:r>
              <a:rPr lang="de-DE" sz="14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call f1</a:t>
            </a:r>
            <a:br>
              <a:rPr sz="1400"/>
            </a:br>
            <a:br>
              <a:rPr sz="1400"/>
            </a:br>
            <a:r>
              <a:rPr lang="de-DE" sz="14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xyz:</a:t>
            </a:r>
            <a:r>
              <a:rPr lang="de-DE" sz="14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	</a:t>
            </a:r>
            <a:r>
              <a:rPr lang="de-DE" sz="14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...</a:t>
            </a:r>
            <a:br>
              <a:rPr sz="1400"/>
            </a:br>
            <a:br>
              <a:rPr sz="1400"/>
            </a:br>
            <a:r>
              <a:rPr lang="de-DE" sz="14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; ------- Function f1 -------</a:t>
            </a:r>
            <a:br>
              <a:rPr sz="1400"/>
            </a:br>
            <a:r>
              <a:rPr lang="de-DE" sz="14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f1:</a:t>
            </a:r>
            <a:r>
              <a:rPr lang="de-DE" sz="14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	</a:t>
            </a:r>
            <a:r>
              <a:rPr lang="de-DE" sz="14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...</a:t>
            </a:r>
            <a:br>
              <a:rPr sz="1400"/>
            </a:br>
            <a:r>
              <a:rPr lang="de-DE" sz="14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	</a:t>
            </a:r>
            <a:r>
              <a:rPr lang="de-DE" sz="1400" b="0" u="none" strike="noStrike">
                <a:solidFill>
                  <a:srgbClr val="0000FF"/>
                </a:solidFill>
                <a:effectLst/>
                <a:uFillTx/>
                <a:latin typeface="Courier New"/>
                <a:ea typeface="Source Han Sans CN"/>
              </a:rPr>
              <a:t>ret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PlaceHolder 1"/>
          <p:cNvSpPr>
            <a:spLocks noGrp="1"/>
          </p:cNvSpPr>
          <p:nvPr>
            <p:ph type="title"/>
          </p:nvPr>
        </p:nvSpPr>
        <p:spPr>
          <a:xfrm>
            <a:off x="526680" y="330120"/>
            <a:ext cx="682560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Application Binary Interface (ABI)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9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If a function should take parameters, these are passed in CPU registers or on the stack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How this works exactly is specified by the </a:t>
            </a: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ABI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10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Size and byte order of primitive data types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10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Calling conventions: Where are parameters and return values stored (Register/Stack)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10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In general, the ABI describes an interface between two binary parts of a program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spcBef>
                <a:spcPts val="1414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We use the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System V ABI for AMD64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100000"/>
              </a:lnSpc>
              <a:spcBef>
                <a:spcPts val="1134"/>
              </a:spcBef>
              <a:buClr>
                <a:srgbClr val="B5CBD6"/>
              </a:buClr>
              <a:buSzPct val="75000"/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sng" strike="noStrike">
                <a:solidFill>
                  <a:schemeClr val="accent6"/>
                </a:solidFill>
                <a:effectLst/>
                <a:uFillTx/>
                <a:latin typeface="Arial"/>
                <a:ea typeface="ＭＳ Ｐゴシック"/>
              </a:rPr>
              <a:t>https://www.uclibc.org/docs/psABI-x86_64.pdf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PlaceHolder 1"/>
          <p:cNvSpPr>
            <a:spLocks noGrp="1"/>
          </p:cNvSpPr>
          <p:nvPr>
            <p:ph type="title"/>
          </p:nvPr>
        </p:nvSpPr>
        <p:spPr>
          <a:xfrm>
            <a:off x="526680" y="330120"/>
            <a:ext cx="682560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Functions with parameters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9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If a function takes parameters, the first six parameters are passed in registered, and any additional ones on the stack (x86_64 with System V ABI)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100000"/>
              </a:lnSpc>
              <a:spcBef>
                <a:spcPts val="1131"/>
              </a:spcBef>
              <a:buClr>
                <a:srgbClr val="B5CBD6"/>
              </a:buClr>
              <a:buSzPct val="75000"/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Naturally, this has to be prepared before executing the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call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instruction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Afterward, the parameters need to be cleaned up, either by using multiple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pop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instructions, or by directly updating the stack pointer (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rip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).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100000"/>
              </a:lnSpc>
              <a:spcBef>
                <a:spcPts val="1131"/>
              </a:spcBef>
              <a:buClr>
                <a:srgbClr val="B5CBD6"/>
              </a:buClr>
              <a:buSzPct val="75000"/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Needs to be done after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the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call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instruction, or when returning from the function (e.g.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ret 16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99" name=""/>
          <p:cNvGraphicFramePr/>
          <p:nvPr/>
        </p:nvGraphicFramePr>
        <p:xfrm>
          <a:off x="1994760" y="2925360"/>
          <a:ext cx="5075280" cy="1754640"/>
        </p:xfrm>
        <a:graphic>
          <a:graphicData uri="http://schemas.openxmlformats.org/drawingml/2006/table">
            <a:tbl>
              <a:tblPr/>
              <a:tblGrid>
                <a:gridCol w="2537640"/>
                <a:gridCol w="2538000"/>
              </a:tblGrid>
              <a:tr h="27216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de-DE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Parameter number</a:t>
                      </a:r>
                      <a:endParaRPr lang="de-DE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de-DE" sz="14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Register/Stack</a:t>
                      </a:r>
                      <a:endParaRPr lang="de-DE" sz="14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444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rdi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urier New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444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rsi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urier New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444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rdx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urier New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444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rcx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urier New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444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r9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urier New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444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ourier New"/>
                        </a:rPr>
                        <a:t>r9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Courier New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444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&gt;6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de-DE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stack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PlaceHolder 1"/>
          <p:cNvSpPr>
            <a:spLocks noGrp="1"/>
          </p:cNvSpPr>
          <p:nvPr>
            <p:ph type="title"/>
          </p:nvPr>
        </p:nvSpPr>
        <p:spPr>
          <a:xfrm>
            <a:off x="526680" y="330120"/>
            <a:ext cx="682560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Typical Stackframe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0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Addressing of parameters on the stack via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rbp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register with a positive offset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Addressing of local variables on the stack via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rbp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register with a negative offset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In 64-bit mode, each stack entry is 64 bit wide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02" name=""/>
          <p:cNvPicPr/>
          <p:nvPr/>
        </p:nvPicPr>
        <p:blipFill>
          <a:blip r:embed="rId1"/>
          <a:stretch/>
        </p:blipFill>
        <p:spPr>
          <a:xfrm>
            <a:off x="2340000" y="1980000"/>
            <a:ext cx="3686400" cy="288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PlaceHolder 1"/>
          <p:cNvSpPr>
            <a:spLocks noGrp="1"/>
          </p:cNvSpPr>
          <p:nvPr>
            <p:ph type="title"/>
          </p:nvPr>
        </p:nvSpPr>
        <p:spPr>
          <a:xfrm>
            <a:off x="526680" y="330120"/>
            <a:ext cx="682560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Chaining Function Calls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0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298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Example: Calling order </a:t>
            </a: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F1 → F2 → F3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Stack frames are chained via the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RBP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entries of each frame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05" name=""/>
          <p:cNvPicPr/>
          <p:nvPr/>
        </p:nvPicPr>
        <p:blipFill>
          <a:blip r:embed="rId1"/>
          <a:stretch/>
        </p:blipFill>
        <p:spPr>
          <a:xfrm>
            <a:off x="2714400" y="1800000"/>
            <a:ext cx="3142080" cy="309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PlaceHolder 1"/>
          <p:cNvSpPr>
            <a:spLocks noGrp="1"/>
          </p:cNvSpPr>
          <p:nvPr>
            <p:ph type="title"/>
          </p:nvPr>
        </p:nvSpPr>
        <p:spPr>
          <a:xfrm>
            <a:off x="526680" y="330120"/>
            <a:ext cx="6825600" cy="45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Integrating Assembly Code in Rust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0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8880" cy="365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For our coroutine implementation, we use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naked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functions that may only contain assembly code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0" algn="l" defTabSz="449280">
              <a:lnSpc>
                <a:spcPct val="93000"/>
              </a:lnSpc>
              <a:buNone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ＭＳ Ｐゴシック"/>
              </a:rPr>
              <a:t>#[unsafe(naked)]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0" algn="l" defTabSz="449280">
              <a:lnSpc>
                <a:spcPct val="93000"/>
              </a:lnSpc>
              <a:buNone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ＭＳ Ｐゴシック"/>
              </a:rPr>
              <a:t>unsafe extern "C" fn coroutine_start(stack_ptr: usize) {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0" algn="l" defTabSz="449280">
              <a:lnSpc>
                <a:spcPct val="93000"/>
              </a:lnSpc>
              <a:buNone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ＭＳ Ｐゴシック"/>
              </a:rPr>
              <a:t>    unsafe {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0" algn="l" defTabSz="449280">
              <a:lnSpc>
                <a:spcPct val="93000"/>
              </a:lnSpc>
              <a:buNone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ＭＳ Ｐゴシック"/>
              </a:rPr>
              <a:t>        naked_asm!(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0" algn="l" defTabSz="449280">
              <a:lnSpc>
                <a:spcPct val="93000"/>
              </a:lnSpc>
              <a:buNone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ＭＳ Ｐゴシック"/>
              </a:rPr>
              <a:t>            "...", // 1. ASM instruction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0" algn="l" defTabSz="449280">
              <a:lnSpc>
                <a:spcPct val="93000"/>
              </a:lnSpc>
              <a:buNone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ＭＳ Ｐゴシック"/>
              </a:rPr>
              <a:t>            "...", // 2. ASM instruction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0" algn="l" defTabSz="449280">
              <a:lnSpc>
                <a:spcPct val="93000"/>
              </a:lnSpc>
              <a:buNone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ＭＳ Ｐゴシック"/>
              </a:rPr>
              <a:t>            "...", // 3. ASM instruction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0" algn="l" defTabSz="449280">
              <a:lnSpc>
                <a:spcPct val="93000"/>
              </a:lnSpc>
              <a:buNone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ＭＳ Ｐゴシック"/>
              </a:rPr>
              <a:t>            ...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0" algn="l" defTabSz="449280">
              <a:lnSpc>
                <a:spcPct val="93000"/>
              </a:lnSpc>
              <a:buNone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ＭＳ Ｐゴシック"/>
              </a:rPr>
              <a:t>        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0" algn="l" defTabSz="449280">
              <a:lnSpc>
                <a:spcPct val="93000"/>
              </a:lnSpc>
              <a:buNone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ＭＳ Ｐゴシック"/>
              </a:rPr>
              <a:t>    }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0" algn="l" defTabSz="449280">
              <a:lnSpc>
                <a:spcPct val="93000"/>
              </a:lnSpc>
              <a:buNone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ＭＳ Ｐゴシック"/>
              </a:rPr>
              <a:t>}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449280">
              <a:lnSpc>
                <a:spcPct val="93000"/>
              </a:lnSpc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The first parameter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stack_ptr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is passed via the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rdi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register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More informationo on inline assembly in Rust: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 algn="l" defTabSz="44928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  <a:buNone/>
              <a:tabLst>
                <a:tab pos="228600" algn="l"/>
                <a:tab pos="723960" algn="l"/>
                <a:tab pos="1447920" algn="l"/>
                <a:tab pos="2171880" algn="l"/>
                <a:tab pos="2895480" algn="l"/>
                <a:tab pos="3619440" algn="l"/>
                <a:tab pos="4343400" algn="l"/>
                <a:tab pos="5067360" algn="l"/>
                <a:tab pos="5791320" algn="l"/>
                <a:tab pos="6515280" algn="l"/>
                <a:tab pos="7238880" algn="l"/>
                <a:tab pos="7962840" algn="l"/>
                <a:tab pos="8686800" algn="l"/>
              </a:tabLst>
            </a:pPr>
            <a:r>
              <a:rPr lang="de-DE" sz="1600" b="0" u="sng" strike="noStrike">
                <a:solidFill>
                  <a:schemeClr val="accent2"/>
                </a:solidFill>
                <a:effectLst/>
                <a:uFillTx/>
                <a:latin typeface="Arial"/>
                <a:ea typeface="ＭＳ Ｐゴシック"/>
              </a:rPr>
              <a:t>https://doc.rust-lang.org/reference/inline-assembly.html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HHU_PPT_Vorlage</Template>
  <TotalTime>8212</TotalTime>
  <Application>LibreOffice/26.2.1.2$Linux_X86_64 LibreOffice_project/5937a82db3889b586a62e0a27a0d74b840403d7c</Application>
  <AppVersion>15.0000</AppVersion>
  <Words>1521</Words>
  <Paragraphs>361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2020-08-15T15:36:48Z</dcterms:created>
  <dc:creator>Microsoft Office User</dc:creator>
  <dc:description/>
  <dc:language>de-DE</dc:language>
  <cp:lastModifiedBy/>
  <dcterms:modified xsi:type="dcterms:W3CDTF">2026-03-24T16:34:44Z</dcterms:modified>
  <cp:revision>928</cp:revision>
  <dc:subject/>
  <dc:title>Lorem ipsum  dolor sit amet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29</vt:i4>
  </property>
  <property fmtid="{D5CDD505-2E9C-101B-9397-08002B2CF9AE}" pid="3" name="PresentationFormat">
    <vt:lpwstr>Custom</vt:lpwstr>
  </property>
  <property fmtid="{D5CDD505-2E9C-101B-9397-08002B2CF9AE}" pid="4" name="Slides">
    <vt:i4>29</vt:i4>
  </property>
</Properties>
</file>