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32.xml" ContentType="application/vnd.openxmlformats-officedocument.presentationml.slideMaster+xml"/>
  <Override PartName="/ppt/theme/theme2.xml" ContentType="application/vnd.openxmlformats-officedocument.theme+xml"/>
  <Override PartName="/ppt/theme/theme36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presProps.xml" ContentType="application/vnd.openxmlformats-officedocument.presentationml.presProps+xml"/>
  <Override PartName="/ppt/media/image2.wmf" ContentType="image/x-wmf"/>
  <Override PartName="/ppt/media/image3.wmf" ContentType="image/x-wmf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8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3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PlaceHolder 4"/>
          <p:cNvSpPr>
            <a:spLocks noGrp="1"/>
          </p:cNvSpPr>
          <p:nvPr>
            <p:ph type="dt" idx="6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PlaceHolder 5"/>
          <p:cNvSpPr>
            <a:spLocks noGrp="1"/>
          </p:cNvSpPr>
          <p:nvPr>
            <p:ph type="ftr" idx="6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PlaceHolder 6"/>
          <p:cNvSpPr>
            <a:spLocks noGrp="1"/>
          </p:cNvSpPr>
          <p:nvPr>
            <p:ph type="sldNum" idx="6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EE0F419-F325-404F-B54E-19B92D7581E0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6920" cy="3491280"/>
          </a:xfrm>
          <a:custGeom>
            <a:avLst/>
            <a:gdLst>
              <a:gd name="textAreaLeft" fmla="*/ 0 w 3166920"/>
              <a:gd name="textAreaRight" fmla="*/ 3168000 w 3166920"/>
              <a:gd name="textAreaTop" fmla="*/ 0 h 3491280"/>
              <a:gd name="textAreaBottom" fmla="*/ 3492360 h 3491280"/>
              <a:gd name="GluePoint1X" fmla="*/ 0 w 9701"/>
              <a:gd name="GluePoint1Y" fmla="*/ 0 h 8800"/>
              <a:gd name="GluePoint2X" fmla="*/ 0 w 9701"/>
              <a:gd name="GluePoint2Y" fmla="*/ 9701 h 88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54360" y="2268000"/>
            <a:ext cx="4399920" cy="106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520" cy="298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6920" cy="3491280"/>
          </a:xfrm>
          <a:custGeom>
            <a:avLst/>
            <a:gdLst>
              <a:gd name="textAreaLeft" fmla="*/ 0 w 3166920"/>
              <a:gd name="textAreaRight" fmla="*/ 3168000 w 3166920"/>
              <a:gd name="textAreaTop" fmla="*/ 0 h 3491280"/>
              <a:gd name="textAreaBottom" fmla="*/ 3492360 h 3491280"/>
              <a:gd name="GluePoint1X" fmla="*/ 0 w 9701"/>
              <a:gd name="GluePoint1Y" fmla="*/ 0 h 8800"/>
              <a:gd name="GluePoint2X" fmla="*/ 0 w 9701"/>
              <a:gd name="GluePoint2Y" fmla="*/ 9701 h 88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526680" y="2899440"/>
            <a:ext cx="6398640" cy="53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6398640" cy="11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4935600" cy="11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621040" y="1088280"/>
            <a:ext cx="3521880" cy="3825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526680" y="2250360"/>
            <a:ext cx="2829240" cy="118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3546000" y="1088280"/>
            <a:ext cx="5596920" cy="3825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/>
          </p:nvPr>
        </p:nvSpPr>
        <p:spPr>
          <a:xfrm>
            <a:off x="526680" y="3818520"/>
            <a:ext cx="5772600" cy="56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0" y="1422360"/>
            <a:ext cx="6677280" cy="2395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6741000" y="1422360"/>
            <a:ext cx="2401920" cy="2395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5D619ED-7AFA-4CDD-A4A3-C8A72A47CF0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04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07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08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309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310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6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9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320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2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3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324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6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9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330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4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9271C4B-54B4-4CB0-A1D6-ED1D0F5BCB0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4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34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34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35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36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36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70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9DD7D69-175C-449E-A6E5-97E14E6F2C4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76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7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80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381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382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8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1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392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4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5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396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7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8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1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402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6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5293ED3-375A-4E87-8202-B2876FAFC7A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000" cy="331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1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1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1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41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41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42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43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43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3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C947A15-3085-43AE-B2F9-FD6CF0857EF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4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4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5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5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45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45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46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46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47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79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0" name="Gruppieren 49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8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8640" cy="91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85" name="Grafik 11"/>
          <p:cNvSpPr/>
          <p:nvPr/>
        </p:nvSpPr>
        <p:spPr>
          <a:xfrm>
            <a:off x="0" y="0"/>
            <a:ext cx="3731040" cy="4914000"/>
          </a:xfrm>
          <a:custGeom>
            <a:avLst/>
            <a:gdLst>
              <a:gd name="textAreaLeft" fmla="*/ 0 w 3731040"/>
              <a:gd name="textAreaRight" fmla="*/ 3732120 w 3731040"/>
              <a:gd name="textAreaTop" fmla="*/ 0 h 4914000"/>
              <a:gd name="textAreaBottom" fmla="*/ 4915080 h 4914000"/>
              <a:gd name="GluePoint1X" fmla="*/ 0 w 13653"/>
              <a:gd name="GluePoint1Y" fmla="*/ 0 h 10367"/>
              <a:gd name="GluePoint2X" fmla="*/ 10367 w 13653"/>
              <a:gd name="GluePoint2Y" fmla="*/ 0 h 10367"/>
              <a:gd name="GluePoint3X" fmla="*/ 10367 w 13653"/>
              <a:gd name="GluePoint3Y" fmla="*/ 13653 h 10367"/>
              <a:gd name="GluePoint4X" fmla="*/ 0 w 13653"/>
              <a:gd name="GluePoint4Y" fmla="*/ 13653 h 103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2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A84AB6E-07A7-4D71-BBF1-19990DFE18E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88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489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490" name="Freihandform: Form 65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1" name="Freihandform: Form 66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Freihandform: Form 67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ihandform: Form 68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ihandform: Form 69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Freihandform: Form 70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6" name="Freihandform: Form 43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Freihandform: Form 44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Freihandform: Form 45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9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00" name="Freihandform: Form 63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1" name="Freihandform: Form 64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2" name="Freihandform: Form 47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3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504" name="Freihandform: Form 61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5" name="Freihandform: Form 62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6" name="Freihandform: Form 5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Freihandform: Form 54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Freihandform: Form 55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9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510" name="Freihandform: Form 57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ihandform: Form 58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59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Freihandform: Form 60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51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1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2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2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3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53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54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45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46" name="Gruppieren 49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54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8640" cy="91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2"/>
          <p:cNvSpPr>
            <a:spLocks noGrp="1"/>
          </p:cNvSpPr>
          <p:nvPr>
            <p:ph type="ftr" idx="19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20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0C8D11C-7DA7-46F7-8AD6-B9B07F1AA03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5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5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55" name="Freihandform: Form 65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Freihandform: Form 66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Freihandform: Form 67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Freihandform: Form 68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Freihandform: Form 69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Freihandform: Form 70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1" name="Freihandform: Form 43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Freihandform: Form 44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Freihandform: Form 45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65" name="Freihandform: Form 63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6" name="Freihandform: Form 64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7" name="Freihandform: Form 47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569" name="Freihandform: Form 61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62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1" name="Freihandform: Form 5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Freihandform: Form 54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Freihandform: Form 55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575" name="Freihandform: Form 57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6" name="Freihandform: Form 58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7" name="Freihandform: Form 59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8" name="Freihandform: Form 60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58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8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8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8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8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9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0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60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10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 type="sldNum" idx="21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BC1CAFC-CF5E-4D99-8727-C1A6CDC22E0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ftr" idx="22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PlaceHolder 4"/>
          <p:cNvSpPr>
            <a:spLocks noGrp="1"/>
          </p:cNvSpPr>
          <p:nvPr>
            <p:ph type="body"/>
          </p:nvPr>
        </p:nvSpPr>
        <p:spPr>
          <a:xfrm>
            <a:off x="5488200" y="1422360"/>
            <a:ext cx="36547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532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6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61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20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21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622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623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4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5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6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8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9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2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633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4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5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6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37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9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2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643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4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5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6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47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FCB74C0-499E-48A1-B373-74FC0F9C3DA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65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5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5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65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65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66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7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67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83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2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PlaceHolder 3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419508A-1112-4875-95B8-F0763E3C507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00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69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9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9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69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69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70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71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1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20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21" name="Gruppieren 52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72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72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727" name="Freihandform: Form 35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ihandform: Form 36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Freihandform: Form 37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Freihandform: Form 38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Freihandform: Form 39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2" name="Freihandform: Form 40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3" name="Freihandform: Form 17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4" name="Freihandform: Form 18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5" name="Freihandform: Form 19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737" name="Freihandform: Form 33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8" name="Freihandform: Form 34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9" name="Freihandform: Form 21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741" name="Freihandform: Form 31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2" name="Freihandform: Form 32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3" name="Freihandform: Form 2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4" name="Freihandform: Form 24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Freihandform: Form 25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47" name="Freihandform: Form 27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Freihandform: Form 28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9" name="Freihandform: Form 29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0" name="Freihandform: Form 30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51" name="Grafik 11"/>
          <p:cNvSpPr/>
          <p:nvPr/>
        </p:nvSpPr>
        <p:spPr>
          <a:xfrm>
            <a:off x="0" y="0"/>
            <a:ext cx="3731040" cy="4914000"/>
          </a:xfrm>
          <a:custGeom>
            <a:avLst/>
            <a:gdLst>
              <a:gd name="textAreaLeft" fmla="*/ 0 w 3731040"/>
              <a:gd name="textAreaRight" fmla="*/ 3732120 w 3731040"/>
              <a:gd name="textAreaTop" fmla="*/ 0 h 4914000"/>
              <a:gd name="textAreaBottom" fmla="*/ 4915080 h 4914000"/>
              <a:gd name="GluePoint1X" fmla="*/ 0 w 13653"/>
              <a:gd name="GluePoint1Y" fmla="*/ 0 h 10367"/>
              <a:gd name="GluePoint2X" fmla="*/ 10367 w 13653"/>
              <a:gd name="GluePoint2Y" fmla="*/ 0 h 10367"/>
              <a:gd name="GluePoint3X" fmla="*/ 10367 w 13653"/>
              <a:gd name="GluePoint3Y" fmla="*/ 13653 h 10367"/>
              <a:gd name="GluePoint4X" fmla="*/ 0 w 13653"/>
              <a:gd name="GluePoint4Y" fmla="*/ 13653 h 103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1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PlaceHolder 2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3417BBC-BCA0-4D47-872F-DE6B98EBC66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PlaceHolder 3"/>
          <p:cNvSpPr>
            <a:spLocks noGrp="1"/>
          </p:cNvSpPr>
          <p:nvPr>
            <p:ph type="title"/>
          </p:nvPr>
        </p:nvSpPr>
        <p:spPr>
          <a:xfrm>
            <a:off x="4464000" y="330840"/>
            <a:ext cx="288828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755" name="Gerader Verbinder 45"/>
          <p:cNvCxnSpPr/>
          <p:nvPr/>
        </p:nvCxnSpPr>
        <p:spPr>
          <a:xfrm>
            <a:off x="4464000" y="974520"/>
            <a:ext cx="289044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756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788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7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728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75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6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6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76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76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77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77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8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8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9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91" name="PlaceHolder 2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5622E99-E081-4D25-98FE-93138DF2107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560" cy="34232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4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360" cy="34232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796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7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8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9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00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01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802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7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8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1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812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3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4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5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816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8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0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1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822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5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26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5D6DD39-1880-4817-BCAA-F5157E76B9B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5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1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588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164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33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164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83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3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3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4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84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85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85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86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65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7" name="PlaceHolder 2"/>
          <p:cNvSpPr>
            <a:spLocks noGrp="1"/>
          </p:cNvSpPr>
          <p:nvPr>
            <p:ph type="sldNum" idx="33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7DEA3DB-6D69-4ACA-9C22-7234997CEDE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ftr" idx="34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8099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70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1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87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7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76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77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878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0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1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3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4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6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7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888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9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0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1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892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3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4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6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7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898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0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1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2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04" name="PlaceHolder 2"/>
          <p:cNvSpPr>
            <a:spLocks noGrp="1"/>
          </p:cNvSpPr>
          <p:nvPr>
            <p:ph type="sldNum" idx="35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7968090-896F-4C78-A327-7F237F7C38D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 type="ftr" idx="36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8984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5"/>
          <p:cNvSpPr>
            <a:spLocks noGrp="1"/>
          </p:cNvSpPr>
          <p:nvPr>
            <p:ph type="body"/>
          </p:nvPr>
        </p:nvSpPr>
        <p:spPr>
          <a:xfrm>
            <a:off x="522360" y="1422360"/>
            <a:ext cx="5309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0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1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1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1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1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1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92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93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93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40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42" name="PlaceHolder 2"/>
          <p:cNvSpPr>
            <a:spLocks noGrp="1"/>
          </p:cNvSpPr>
          <p:nvPr>
            <p:ph type="sldNum" idx="37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CABE3A1-572F-44D5-97E4-1C2514CE486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PlaceHolder 3"/>
          <p:cNvSpPr>
            <a:spLocks noGrp="1"/>
          </p:cNvSpPr>
          <p:nvPr>
            <p:ph type="ftr" idx="38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8984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5"/>
          <p:cNvSpPr>
            <a:spLocks noGrp="1"/>
          </p:cNvSpPr>
          <p:nvPr>
            <p:ph type="body"/>
          </p:nvPr>
        </p:nvSpPr>
        <p:spPr>
          <a:xfrm>
            <a:off x="3311640" y="1422360"/>
            <a:ext cx="5309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4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4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5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5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5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96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96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7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97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80" name="PlaceHolder 2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PlaceHolder 3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EF41C8F-3947-4171-90FC-E0C1951E677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5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5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4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05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5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23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6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8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90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91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92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93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5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6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7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8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9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1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2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03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4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5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6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007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8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9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0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1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12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013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4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6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17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A5971F7-8E6E-4A65-AF51-5670F83B986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5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3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02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2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2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03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03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4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04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05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55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7" name="PlaceHolder 2"/>
          <p:cNvSpPr>
            <a:spLocks noGrp="1"/>
          </p:cNvSpPr>
          <p:nvPr>
            <p:ph type="ftr" idx="43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PlaceHolder 3"/>
          <p:cNvSpPr>
            <a:spLocks noGrp="1"/>
          </p:cNvSpPr>
          <p:nvPr>
            <p:ph type="sldNum" idx="44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759E9A1-7AD7-42D2-813C-D60E8A5192F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4517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60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33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1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36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06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6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6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06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06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7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08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08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93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95" name="PlaceHolder 2"/>
          <p:cNvSpPr>
            <a:spLocks noGrp="1"/>
          </p:cNvSpPr>
          <p:nvPr>
            <p:ph type="ftr" idx="45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PlaceHolder 3"/>
          <p:cNvSpPr>
            <a:spLocks noGrp="1"/>
          </p:cNvSpPr>
          <p:nvPr>
            <p:ph type="sldNum" idx="46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B769E5C-8330-41BB-92CA-CC035600B96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224100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98" name="PlaceHolder 5"/>
          <p:cNvSpPr>
            <a:spLocks noGrp="1"/>
          </p:cNvSpPr>
          <p:nvPr>
            <p:ph type="body"/>
          </p:nvPr>
        </p:nvSpPr>
        <p:spPr>
          <a:xfrm>
            <a:off x="6921000" y="1422360"/>
            <a:ext cx="2221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99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33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0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36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1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10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0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06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107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108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9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0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1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2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3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4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5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6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7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118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9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0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1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22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3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4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5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7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28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9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0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1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32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33" name="Gruppieren 53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134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5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6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37" name="PlaceHolder 1"/>
          <p:cNvSpPr>
            <a:spLocks noGrp="1"/>
          </p:cNvSpPr>
          <p:nvPr>
            <p:ph type="ftr" idx="4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PlaceHolder 2"/>
          <p:cNvSpPr>
            <a:spLocks noGrp="1"/>
          </p:cNvSpPr>
          <p:nvPr>
            <p:ph type="sldNum" idx="48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B42D986-6122-48E1-B637-5174A894605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664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140" name="Gerader Verbinder 46"/>
          <p:cNvCxnSpPr/>
          <p:nvPr/>
        </p:nvCxnSpPr>
        <p:spPr>
          <a:xfrm>
            <a:off x="4625640" y="974520"/>
            <a:ext cx="272880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141" name="PlaceHolder 4"/>
          <p:cNvSpPr>
            <a:spLocks noGrp="1"/>
          </p:cNvSpPr>
          <p:nvPr>
            <p:ph type="body"/>
          </p:nvPr>
        </p:nvSpPr>
        <p:spPr>
          <a:xfrm>
            <a:off x="-6120" y="0"/>
            <a:ext cx="4276080" cy="4914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42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6720" cy="3486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3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4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14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146" name="Freihandform: Form 68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Freihandform: Form 69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Freihandform: Form 70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9" name="Freihandform: Form 71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0" name="Freihandform: Form 72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1" name="Freihandform: Form 73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2" name="Freihandform: Form 45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3" name="Freihandform: Form 4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4" name="Freihandform: Form 4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156" name="Freihandform: Form 66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7" name="Freihandform: Form 67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8" name="Freihandform: Form 50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60" name="Freihandform: Form 6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1" name="Freihandform: Form 6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62" name="Freihandform: Form 52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Freihandform: Form 5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Freihandform: Form 5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6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66" name="Freihandform: Form 6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7" name="Freihandform: Form 6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Freihandform: Form 6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Freihandform: Form 6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0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17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7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7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17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177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9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1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3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5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187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8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9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91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93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97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8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9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0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01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02" name="Gruppieren 54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0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6" name="PlaceHolder 1"/>
          <p:cNvSpPr>
            <a:spLocks noGrp="1"/>
          </p:cNvSpPr>
          <p:nvPr>
            <p:ph type="ftr" idx="49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PlaceHolder 2"/>
          <p:cNvSpPr>
            <a:spLocks noGrp="1"/>
          </p:cNvSpPr>
          <p:nvPr>
            <p:ph type="sldNum" idx="50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38E84BE-5CA2-47A7-A4E5-BF210CB8C23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664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209" name="Gerader Verbinder 47"/>
          <p:cNvCxnSpPr/>
          <p:nvPr/>
        </p:nvCxnSpPr>
        <p:spPr>
          <a:xfrm>
            <a:off x="4625640" y="974520"/>
            <a:ext cx="272880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210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4275000" cy="2430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11" name="PlaceHolder 5"/>
          <p:cNvSpPr>
            <a:spLocks noGrp="1"/>
          </p:cNvSpPr>
          <p:nvPr>
            <p:ph type="body"/>
          </p:nvPr>
        </p:nvSpPr>
        <p:spPr>
          <a:xfrm>
            <a:off x="0" y="2493720"/>
            <a:ext cx="4275000" cy="2419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12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240" cy="3486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3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24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1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21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216" name="Freihandform: Form 69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Freihandform: Form 70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Freihandform: Form 71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9" name="Freihandform: Form 72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0" name="Freihandform: Form 73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1" name="Freihandform: Form 74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2" name="Freihandform: Form 45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3" name="Freihandform: Form 46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Freihandform: Form 49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226" name="Freihandform: Form 67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Freihandform: Form 68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8" name="Freihandform: Form 51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230" name="Freihandform: Form 65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1" name="Freihandform: Form 66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32" name="Freihandform: Form 5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3" name="Freihandform: Form 58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4" name="Freihandform: Form 59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236" name="Freihandform: Form 61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7" name="Freihandform: Form 62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8" name="Freihandform: Form 63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9" name="Freihandform: Form 64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0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4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24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247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1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3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4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5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257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8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9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261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2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3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4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5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267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9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0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71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3" name="PlaceHolder 2"/>
          <p:cNvSpPr>
            <a:spLocks noGrp="1"/>
          </p:cNvSpPr>
          <p:nvPr>
            <p:ph type="ftr" idx="51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PlaceHolder 3"/>
          <p:cNvSpPr>
            <a:spLocks noGrp="1"/>
          </p:cNvSpPr>
          <p:nvPr>
            <p:ph type="sldNum" idx="52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FD86D68-C939-4603-9626-FEB7DDFCFEC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454356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6" name="PlaceHolder 5"/>
          <p:cNvSpPr>
            <a:spLocks noGrp="1"/>
          </p:cNvSpPr>
          <p:nvPr>
            <p:ph type="body"/>
          </p:nvPr>
        </p:nvSpPr>
        <p:spPr>
          <a:xfrm>
            <a:off x="4599360" y="1422360"/>
            <a:ext cx="454356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7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28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28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29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29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30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9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3"/>
          <p:cNvSpPr>
            <a:spLocks noGrp="1"/>
          </p:cNvSpPr>
          <p:nvPr>
            <p:ph type="sldNum" idx="54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1121D0E-D16F-42F8-AD57-947D9D03AA2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2977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5"/>
          <p:cNvSpPr>
            <a:spLocks noGrp="1"/>
          </p:cNvSpPr>
          <p:nvPr>
            <p:ph type="body"/>
          </p:nvPr>
        </p:nvSpPr>
        <p:spPr>
          <a:xfrm>
            <a:off x="3032640" y="1422360"/>
            <a:ext cx="307800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6"/>
          <p:cNvSpPr>
            <a:spLocks noGrp="1"/>
          </p:cNvSpPr>
          <p:nvPr>
            <p:ph type="body"/>
          </p:nvPr>
        </p:nvSpPr>
        <p:spPr>
          <a:xfrm>
            <a:off x="6165000" y="1422360"/>
            <a:ext cx="2977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31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2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2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32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32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3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3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33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3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3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33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4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4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34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4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0" name="PlaceHolder 2"/>
          <p:cNvSpPr>
            <a:spLocks noGrp="1"/>
          </p:cNvSpPr>
          <p:nvPr>
            <p:ph type="ftr" idx="55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PlaceHolder 3"/>
          <p:cNvSpPr>
            <a:spLocks noGrp="1"/>
          </p:cNvSpPr>
          <p:nvPr>
            <p:ph type="sldNum" idx="56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CA0618D-BF55-4C07-AB10-368BFBBD5C4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9142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35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5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5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36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36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6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7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37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7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7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37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7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8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38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85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7" name="PlaceHolder 2"/>
          <p:cNvSpPr>
            <a:spLocks noGrp="1"/>
          </p:cNvSpPr>
          <p:nvPr>
            <p:ph type="ftr" idx="5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PlaceHolder 3"/>
          <p:cNvSpPr>
            <a:spLocks noGrp="1"/>
          </p:cNvSpPr>
          <p:nvPr>
            <p:ph type="sldNum" idx="58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401D658-DBCC-4269-ABF8-B3B80C20057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PlaceHolder 4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0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39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9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39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397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8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9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0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1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2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03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4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5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0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407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8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09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1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411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2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13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4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5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1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417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8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9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0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21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3" name="PlaceHolder 2"/>
          <p:cNvSpPr>
            <a:spLocks noGrp="1"/>
          </p:cNvSpPr>
          <p:nvPr>
            <p:ph type="ftr" idx="59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PlaceHolder 3"/>
          <p:cNvSpPr>
            <a:spLocks noGrp="1"/>
          </p:cNvSpPr>
          <p:nvPr>
            <p:ph type="sldNum" idx="60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610E4F4-8B6E-417C-B9FC-ADC4FDF0CC2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PlaceHolder 4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6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42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430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431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432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433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4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5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6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7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8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39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0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1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42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443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4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45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46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447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8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49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0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1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52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453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4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5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6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57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9" name="PlaceHolder 2"/>
          <p:cNvSpPr>
            <a:spLocks noGrp="1"/>
          </p:cNvSpPr>
          <p:nvPr>
            <p:ph type="ftr" idx="61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PlaceHolder 3"/>
          <p:cNvSpPr>
            <a:spLocks noGrp="1"/>
          </p:cNvSpPr>
          <p:nvPr>
            <p:ph type="sldNum" idx="62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3706A23-59B0-421D-8D59-FCC3795FD05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PlaceHolder 4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46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46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46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46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46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7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47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8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8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48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8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8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48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93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5" name="PlaceHolder 2"/>
          <p:cNvSpPr>
            <a:spLocks noGrp="1"/>
          </p:cNvSpPr>
          <p:nvPr>
            <p:ph type="ftr" idx="63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PlaceHolder 3"/>
          <p:cNvSpPr>
            <a:spLocks noGrp="1"/>
          </p:cNvSpPr>
          <p:nvPr>
            <p:ph type="sldNum" idx="64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50F5874-51E5-4AB3-B162-14A178A72E3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PlaceHolder 4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2"/>
    <p:sldLayoutId id="2147483683" r:id="rId3"/>
    <p:sldLayoutId id="2147483684" r:id="rId4"/>
    <p:sldLayoutId id="2147483685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iki.osdev.org/PS/2_Keyboard" TargetMode="External"/><Relationship Id="rId2" Type="http://schemas.openxmlformats.org/officeDocument/2006/relationships/slideLayout" Target="../slideLayouts/slideLayout3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title"/>
          </p:nvPr>
        </p:nvSpPr>
        <p:spPr>
          <a:xfrm>
            <a:off x="3654360" y="2268000"/>
            <a:ext cx="4948920" cy="106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HeineOS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Assignment material: Keyboard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5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399920" cy="6037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8880" cy="85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- Components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7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228880" cy="347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Keyboard chip inside the keyboard: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Serial communication with the keyboard controller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Queries the keyboard via its </a:t>
            </a: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scan matrix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Keyboard controller on the mainboard: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Nowadays, integrated inside the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South Bridge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Additional port for a PS/2 mouse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Uses </a:t>
            </a: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IRQ1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IO-Ports </a:t>
            </a: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0x60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0x64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Modern PC: USB keyboard: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USB Legacy Support: Backwards compatible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indent="0" algn="l" defTabSz="914400">
              <a:lnSpc>
                <a:spcPct val="90000"/>
              </a:lnSpc>
              <a:spcBef>
                <a:spcPts val="1134"/>
              </a:spcBef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communication via the PS/2 controller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8" name=""/>
          <p:cNvPicPr/>
          <p:nvPr/>
        </p:nvPicPr>
        <p:blipFill>
          <a:blip r:embed="rId1"/>
          <a:stretch/>
        </p:blipFill>
        <p:spPr>
          <a:xfrm>
            <a:off x="5040000" y="980640"/>
            <a:ext cx="3767040" cy="387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9" name=""/>
          <p:cNvSpPr/>
          <p:nvPr/>
        </p:nvSpPr>
        <p:spPr>
          <a:xfrm>
            <a:off x="6224760" y="1338120"/>
            <a:ext cx="1195920" cy="276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200" b="0" u="none" strike="noStrike">
                <a:solidFill>
                  <a:srgbClr val="038114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Keyboard chip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"/>
          <p:cNvSpPr/>
          <p:nvPr/>
        </p:nvSpPr>
        <p:spPr>
          <a:xfrm>
            <a:off x="6059160" y="3230280"/>
            <a:ext cx="1195920" cy="601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de-DE" sz="1600" b="0" u="none" strike="noStrike">
                <a:solidFill>
                  <a:srgbClr val="1313D6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Keyboard controller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"/>
          <p:cNvSpPr/>
          <p:nvPr/>
        </p:nvSpPr>
        <p:spPr>
          <a:xfrm>
            <a:off x="7899840" y="3505680"/>
            <a:ext cx="735840" cy="315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600" b="0" u="none" strike="noStrike">
                <a:solidFill>
                  <a:srgbClr val="1313D6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Clock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"/>
          <p:cNvSpPr/>
          <p:nvPr/>
        </p:nvSpPr>
        <p:spPr>
          <a:xfrm>
            <a:off x="6059160" y="3230280"/>
            <a:ext cx="1195920" cy="601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de-DE" sz="1600" b="0" u="none" strike="noStrike">
                <a:solidFill>
                  <a:srgbClr val="1313D6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Keyboard controller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"/>
          <p:cNvSpPr/>
          <p:nvPr/>
        </p:nvSpPr>
        <p:spPr>
          <a:xfrm>
            <a:off x="7899840" y="3763440"/>
            <a:ext cx="919800" cy="315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6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Ground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"/>
          <p:cNvSpPr/>
          <p:nvPr/>
        </p:nvSpPr>
        <p:spPr>
          <a:xfrm>
            <a:off x="7899840" y="4021560"/>
            <a:ext cx="919800" cy="315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600" b="0" u="none" strike="noStrike">
                <a:solidFill>
                  <a:srgbClr val="038114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Data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"/>
          <p:cNvSpPr/>
          <p:nvPr/>
        </p:nvSpPr>
        <p:spPr>
          <a:xfrm>
            <a:off x="7899840" y="4279680"/>
            <a:ext cx="919800" cy="315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600" b="0" u="none" strike="noStrike">
                <a:solidFill>
                  <a:srgbClr val="DD0806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+5 Volt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"/>
          <p:cNvSpPr/>
          <p:nvPr/>
        </p:nvSpPr>
        <p:spPr>
          <a:xfrm>
            <a:off x="7899840" y="4537800"/>
            <a:ext cx="919800" cy="315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600" b="0" u="none" strike="noStrike">
                <a:solidFill>
                  <a:srgbClr val="FBF305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Reset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PlaceHolder 1"/>
          <p:cNvSpPr>
            <a:spLocks noGrp="1"/>
          </p:cNvSpPr>
          <p:nvPr>
            <p:ph type="title"/>
          </p:nvPr>
        </p:nvSpPr>
        <p:spPr>
          <a:xfrm>
            <a:off x="526680" y="325800"/>
            <a:ext cx="6825600" cy="46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- Scancodes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18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Keyboards send s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cancodes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(7-bit unique number for each key)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Driver needs to translate scancodes into characters (according to the configured layout)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Lock keys functionality (e.g. Caps Lock) is also implemented inside the driver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 for an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MF II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keyboard: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9" name="Bild 1"/>
          <p:cNvPicPr/>
          <p:nvPr/>
        </p:nvPicPr>
        <p:blipFill>
          <a:blip r:embed="rId1"/>
          <a:stretch/>
        </p:blipFill>
        <p:spPr>
          <a:xfrm>
            <a:off x="900000" y="2667600"/>
            <a:ext cx="7559640" cy="219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title"/>
          </p:nvPr>
        </p:nvSpPr>
        <p:spPr>
          <a:xfrm>
            <a:off x="526680" y="325800"/>
            <a:ext cx="6825600" cy="46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- Scancodes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1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228880" cy="347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Scancodes and ASCII-codes: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Keyboard controller sends additional information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Make-Code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when pressing/holding a key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Break-Code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when releasing a key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22" name=""/>
          <p:cNvGraphicFramePr/>
          <p:nvPr/>
        </p:nvGraphicFramePr>
        <p:xfrm>
          <a:off x="1396080" y="1460520"/>
          <a:ext cx="1451880" cy="2041920"/>
        </p:xfrm>
        <a:graphic>
          <a:graphicData uri="http://schemas.openxmlformats.org/drawingml/2006/table">
            <a:tbl>
              <a:tblPr/>
              <a:tblGrid>
                <a:gridCol w="726120"/>
                <a:gridCol w="726120"/>
              </a:tblGrid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Char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ASCII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40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48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49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65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66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97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23" name=""/>
          <p:cNvGraphicFramePr/>
          <p:nvPr/>
        </p:nvGraphicFramePr>
        <p:xfrm>
          <a:off x="3776040" y="1462320"/>
          <a:ext cx="1983600" cy="2041920"/>
        </p:xfrm>
        <a:graphic>
          <a:graphicData uri="http://schemas.openxmlformats.org/drawingml/2006/table">
            <a:tbl>
              <a:tblPr/>
              <a:tblGrid>
                <a:gridCol w="991080"/>
                <a:gridCol w="992880"/>
              </a:tblGrid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Key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Scancode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31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32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Cursor Up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72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Cursor Down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80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97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PlaceHolder 1"/>
          <p:cNvSpPr>
            <a:spLocks noGrp="1"/>
          </p:cNvSpPr>
          <p:nvPr>
            <p:ph type="title"/>
          </p:nvPr>
        </p:nvSpPr>
        <p:spPr>
          <a:xfrm>
            <a:off x="526680" y="95400"/>
            <a:ext cx="6825600" cy="92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- Scancodes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5" name="PlaceHolder 2"/>
          <p:cNvSpPr>
            <a:spLocks noGrp="1"/>
          </p:cNvSpPr>
          <p:nvPr>
            <p:ph/>
          </p:nvPr>
        </p:nvSpPr>
        <p:spPr>
          <a:xfrm>
            <a:off x="457200" y="1008000"/>
            <a:ext cx="8228880" cy="39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Usually, the following applies: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Make-Code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(key pressed) → Scancode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Break-Code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(key release) → Scancode + 128 (Bit 7 is set)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However, some keys send multiple codes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 example the function keys (F1-F12)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Up to three codes per key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Builtin repeat functionality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Hardware sends Make-Codes multiple times, when a key is held down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Decoding is cumbersome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HeineOS already contains implemented function </a:t>
            </a: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fn </a:t>
            </a:r>
            <a:r>
              <a:rPr lang="de-DE" sz="1200" b="0" u="none" strike="noStrike">
                <a:solidFill>
                  <a:srgbClr val="57AAF7"/>
                </a:solidFill>
                <a:effectLst/>
                <a:uFillTx/>
                <a:latin typeface="JetBrains Mono"/>
                <a:ea typeface="JetBrains Mono"/>
              </a:rPr>
              <a:t>decode_byte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mut </a:t>
            </a:r>
            <a:r>
              <a:rPr lang="de-DE" sz="1200" b="0" u="none" strike="noStrike">
                <a:solidFill>
                  <a:srgbClr val="D98EB3"/>
                </a:solidFill>
                <a:effectLst/>
                <a:uFillTx/>
                <a:latin typeface="JetBrains Mono"/>
                <a:ea typeface="JetBrains Mono"/>
              </a:rPr>
              <a:t>self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mut 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code: </a:t>
            </a: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u8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-&gt; </a:t>
            </a:r>
            <a:r>
              <a:rPr lang="de-DE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bool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Returns true if a key has been fully decoded, false if more codes are expected by the controller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Decoded key is stored in variable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Keyboard::</a:t>
            </a:r>
            <a:r>
              <a:rPr lang="de-DE" sz="1200" b="0" u="none" strike="noStrike">
                <a:solidFill>
                  <a:srgbClr val="8D1D75"/>
                </a:solidFill>
                <a:effectLst/>
                <a:uFillTx/>
                <a:latin typeface="JetBrains Mono"/>
                <a:ea typeface="JetBrains Mono"/>
              </a:rPr>
              <a:t>gather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PlaceHolder 1"/>
          <p:cNvSpPr>
            <a:spLocks noGrp="1"/>
          </p:cNvSpPr>
          <p:nvPr>
            <p:ph type="title"/>
          </p:nvPr>
        </p:nvSpPr>
        <p:spPr>
          <a:xfrm>
            <a:off x="526680" y="325800"/>
            <a:ext cx="6825600" cy="46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- Communication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7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Communication with the keyboard controller works via two I/O-ports: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Input/Output register (</a:t>
            </a:r>
            <a:r>
              <a:rPr lang="de-DE" sz="1200" b="0" u="none" strike="noStrike">
                <a:solidFill>
                  <a:srgbClr val="8D1D75"/>
                </a:solidFill>
                <a:effectLst/>
                <a:uFillTx/>
                <a:latin typeface="JetBrains Mono"/>
              </a:rPr>
              <a:t>data_port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0x60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Status/Control register (</a:t>
            </a:r>
            <a:r>
              <a:rPr lang="de-DE" sz="1200" b="0" u="none" strike="noStrike">
                <a:solidFill>
                  <a:srgbClr val="8D1D75"/>
                </a:solidFill>
                <a:effectLst/>
                <a:uFillTx/>
                <a:latin typeface="JetBrains Mono"/>
                <a:ea typeface="Source Han Sans CN"/>
              </a:rPr>
              <a:t>control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Source Han Sans CN"/>
              </a:rPr>
              <a:t>_port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)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	</a:t>
            </a: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0x64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8" name=""/>
          <p:cNvPicPr/>
          <p:nvPr/>
        </p:nvPicPr>
        <p:blipFill>
          <a:blip r:embed="rId1"/>
          <a:stretch/>
        </p:blipFill>
        <p:spPr>
          <a:xfrm>
            <a:off x="1260000" y="2440080"/>
            <a:ext cx="6682680" cy="187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PlaceHolder 1"/>
          <p:cNvSpPr>
            <a:spLocks noGrp="1"/>
          </p:cNvSpPr>
          <p:nvPr>
            <p:ph type="title"/>
          </p:nvPr>
        </p:nvSpPr>
        <p:spPr>
          <a:xfrm>
            <a:off x="526680" y="325800"/>
            <a:ext cx="6825600" cy="46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– Status Register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30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54244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 by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reading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from I/O-port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0x64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Bit 7: PARE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Parity error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Bit 6: TIM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Response timeout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Bit 5: AUXB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Byte available vom auxiliary device (mouse) → Please read byte from output buffer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Bit 4: KEYL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Keyboard available (1) or locked (0)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Bit 3: C/D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Command or data byte written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Bit 2: SYSF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Self test successful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Bit 1: INPB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Input buffer busy → Please wait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Bit 0: OUTB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Byte available → Please read byte from output buffer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PlaceHolder 1"/>
          <p:cNvSpPr>
            <a:spLocks noGrp="1"/>
          </p:cNvSpPr>
          <p:nvPr>
            <p:ph type="title"/>
          </p:nvPr>
        </p:nvSpPr>
        <p:spPr>
          <a:xfrm>
            <a:off x="526680" y="95400"/>
            <a:ext cx="7032960" cy="92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– Control Register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32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54244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 by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writing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to I/O-port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0x64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Keyboard controller commands (1 byte)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850"/>
              </a:spcBef>
              <a:buClr>
                <a:srgbClr val="B5CBD6"/>
              </a:buClr>
              <a:buSzPct val="45000"/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0xAA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Self test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850"/>
              </a:spcBef>
              <a:buClr>
                <a:srgbClr val="B5CBD6"/>
              </a:buClr>
              <a:buSzPct val="45000"/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0xAE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Enable keyboard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850"/>
              </a:spcBef>
              <a:buClr>
                <a:srgbClr val="B5CBD6"/>
              </a:buClr>
              <a:buSzPct val="45000"/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0xED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Turn on/off LEDs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850"/>
              </a:spcBef>
              <a:buClr>
                <a:srgbClr val="B5CBD6"/>
              </a:buClr>
              <a:buSzPct val="45000"/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0xF3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Set repeat rate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Caution: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Before sending a command, make sure the input buffer is empty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Check </a:t>
            </a: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Bit 1 (INPB)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status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An overview of keyboard commands is given here:</a:t>
            </a:r>
            <a:br>
              <a:rPr sz="1400"/>
            </a:br>
            <a:r>
              <a:rPr lang="de-DE" sz="1400" b="0" u="sng" strike="noStrike">
                <a:solidFill>
                  <a:srgbClr val="AEABAB"/>
                </a:solidFill>
                <a:effectLst/>
                <a:uFillTx/>
                <a:latin typeface="Arial"/>
                <a:ea typeface="Source Han Sans CN"/>
                <a:hlinkClick r:id="rId1"/>
              </a:rPr>
              <a:t>https://wiki.osdev.org/PS/2_Keyboard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PlaceHolder 1"/>
          <p:cNvSpPr>
            <a:spLocks noGrp="1"/>
          </p:cNvSpPr>
          <p:nvPr>
            <p:ph type="title"/>
          </p:nvPr>
        </p:nvSpPr>
        <p:spPr>
          <a:xfrm>
            <a:off x="526680" y="325800"/>
            <a:ext cx="6825600" cy="46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– Reading Keys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34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Call </a:t>
            </a:r>
            <a:r>
              <a:rPr lang="de-DE" sz="1200" b="0" u="none" strike="noStrike">
                <a:solidFill>
                  <a:srgbClr val="86985D"/>
                </a:solidFill>
                <a:effectLst/>
                <a:uFillTx/>
                <a:latin typeface="JetBrains Mono"/>
                <a:ea typeface="JetBrains Mono"/>
              </a:rPr>
              <a:t>Keyboard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de-DE" sz="12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poll_key_event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Calls </a:t>
            </a:r>
            <a:r>
              <a:rPr lang="de-DE" sz="1200" b="0" u="none" strike="noStrike">
                <a:solidFill>
                  <a:srgbClr val="86985D"/>
                </a:solidFill>
                <a:effectLst/>
                <a:uFillTx/>
                <a:latin typeface="JetBrains Mono"/>
                <a:ea typeface="JetBrains Mono"/>
              </a:rPr>
              <a:t>Keyboard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de-DE" sz="12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try_read_next_byte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in a loop until a key is returned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850"/>
              </a:spcBef>
              <a:buClr>
                <a:srgbClr val="B5CBD6"/>
              </a:buClr>
              <a:buSzPct val="45000"/>
              <a:buFont typeface="Wingdings 2" charset="2"/>
              <a:buChar char=""/>
            </a:pPr>
            <a:r>
              <a:rPr lang="de-DE" sz="12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try_read_next_byte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checks if a byte is available in the output buffer by checking </a:t>
            </a: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BIT 0 (OUTB)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 in the status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850"/>
              </a:spcBef>
              <a:buClr>
                <a:srgbClr val="B5CBD6"/>
              </a:buClr>
              <a:buSzPct val="45000"/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If a byte is available it is decoded using </a:t>
            </a:r>
            <a:r>
              <a:rPr lang="de-DE" sz="1200" b="0" u="none" strike="noStrike">
                <a:solidFill>
                  <a:srgbClr val="86985D"/>
                </a:solidFill>
                <a:effectLst/>
                <a:uFillTx/>
                <a:latin typeface="JetBrains Mono"/>
                <a:ea typeface="JetBrains Mono"/>
              </a:rPr>
              <a:t>Keyboard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de-DE" sz="12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decode_byte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850"/>
              </a:spcBef>
              <a:buClr>
                <a:srgbClr val="B5CBD6"/>
              </a:buClr>
              <a:buSzPct val="45000"/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If </a:t>
            </a:r>
            <a:r>
              <a:rPr lang="de-DE" sz="12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decode_byte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returns </a:t>
            </a:r>
            <a:r>
              <a:rPr lang="de-DE" sz="1200" b="0" u="none" strike="noStrike">
                <a:solidFill>
                  <a:srgbClr val="8D1D75"/>
                </a:solidFill>
                <a:effectLst/>
                <a:uFillTx/>
                <a:latin typeface="JetBrains Mono"/>
                <a:ea typeface="JetBrains Mono"/>
              </a:rPr>
              <a:t>true 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return</a:t>
            </a:r>
            <a:r>
              <a:rPr lang="de-DE" sz="1200" b="0" u="none" strike="noStrike">
                <a:solidFill>
                  <a:srgbClr val="8D1D75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lang="de-DE" sz="1200" b="0" u="none" strike="noStrike">
                <a:solidFill>
                  <a:srgbClr val="86985D"/>
                </a:solidFill>
                <a:effectLst/>
                <a:uFillTx/>
                <a:latin typeface="JetBrains Mono"/>
                <a:ea typeface="JetBrains Mono"/>
              </a:rPr>
              <a:t>Keyboard</a:t>
            </a:r>
            <a:r>
              <a:rPr lang="de-DE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de-DE" sz="1200" b="0" u="none" strike="noStrike">
                <a:solidFill>
                  <a:srgbClr val="8D1D75"/>
                </a:solidFill>
                <a:effectLst/>
                <a:uFillTx/>
                <a:latin typeface="JetBrains Mono"/>
                <a:ea typeface="JetBrains Mono"/>
              </a:rPr>
              <a:t>gather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, otherwise return</a:t>
            </a:r>
            <a:r>
              <a:rPr lang="de-DE" sz="1200" b="0" u="none" strike="noStrike">
                <a:solidFill>
                  <a:srgbClr val="8D1D75"/>
                </a:solidFill>
                <a:effectLst/>
                <a:uFillTx/>
                <a:latin typeface="JetBrains Mono"/>
                <a:ea typeface="JetBrains Mono"/>
              </a:rPr>
              <a:t> None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Actively reading the keyboard in a loop (</a:t>
            </a: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polling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) is rather inefficient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JetBrains Mono"/>
              </a:rPr>
              <a:t>Will be replaced by an interrupt based implementation later on in the project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title"/>
          </p:nvPr>
        </p:nvSpPr>
        <p:spPr>
          <a:xfrm>
            <a:off x="526680" y="95400"/>
            <a:ext cx="7212960" cy="92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– Send Commands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36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General sequence: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Wait until the input buffer is empty → Check </a:t>
            </a: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Bit 1 INPB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status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Write the command byte to the data port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Wait for an answer → Check Bit </a:t>
            </a: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 OUTB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status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Read answer from data port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the answer is not an ACK (0xFA) abort and return -1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Otherwise write parameter byte to the data port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Wait for an answer → Check Bit </a:t>
            </a: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 OUTB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status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the answer is an ACK (0xFA) return 0, othwerwise return -1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PlaceHolder 1"/>
          <p:cNvSpPr>
            <a:spLocks noGrp="1"/>
          </p:cNvSpPr>
          <p:nvPr>
            <p:ph type="title"/>
          </p:nvPr>
        </p:nvSpPr>
        <p:spPr>
          <a:xfrm>
            <a:off x="526680" y="325800"/>
            <a:ext cx="6825600" cy="46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– Control LEDs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38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Structure of the parameter byte: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39" name=""/>
          <p:cNvGraphicFramePr/>
          <p:nvPr/>
        </p:nvGraphicFramePr>
        <p:xfrm>
          <a:off x="2660760" y="1635840"/>
          <a:ext cx="2985840" cy="3120120"/>
        </p:xfrm>
        <a:graphic>
          <a:graphicData uri="http://schemas.openxmlformats.org/drawingml/2006/table">
            <a:tbl>
              <a:tblPr/>
              <a:tblGrid>
                <a:gridCol w="1493280"/>
                <a:gridCol w="1492920"/>
              </a:tblGrid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Bit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Meaning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Caps Lock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Num Lock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48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Scroll Lock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PlaceHolder 1"/>
          <p:cNvSpPr>
            <a:spLocks noGrp="1"/>
          </p:cNvSpPr>
          <p:nvPr>
            <p:ph type="title"/>
          </p:nvPr>
        </p:nvSpPr>
        <p:spPr>
          <a:xfrm>
            <a:off x="526680" y="325800"/>
            <a:ext cx="6825600" cy="46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– Repeat Rate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41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Typematic rate: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Determines how fast the same scan code is sent, when a key is held down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Simulates multiple key presses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Repeat rate is configurable between 2 and 30 repetitions per second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Delay rate: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Determines the timespan, after which the repetition should start (tolerance ca. 20%)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2" name=""/>
          <p:cNvGraphicFramePr/>
          <p:nvPr/>
        </p:nvGraphicFramePr>
        <p:xfrm>
          <a:off x="3066120" y="3229920"/>
          <a:ext cx="2625840" cy="1733400"/>
        </p:xfrm>
        <a:graphic>
          <a:graphicData uri="http://schemas.openxmlformats.org/drawingml/2006/table">
            <a:tbl>
              <a:tblPr/>
              <a:tblGrid>
                <a:gridCol w="1313280"/>
                <a:gridCol w="1312920"/>
              </a:tblGrid>
              <a:tr h="328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Code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Delay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¼ s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½ s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¾ s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s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PlaceHolder 1"/>
          <p:cNvSpPr>
            <a:spLocks noGrp="1"/>
          </p:cNvSpPr>
          <p:nvPr>
            <p:ph type="title"/>
          </p:nvPr>
        </p:nvSpPr>
        <p:spPr>
          <a:xfrm>
            <a:off x="526680" y="325800"/>
            <a:ext cx="6825600" cy="46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– Repeat Rate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44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228880" cy="365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Typematic rate: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codes are calculated using the following formula: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Repetitions per second =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1 / (( 8 + A) * 2</a:t>
            </a:r>
            <a:r>
              <a:rPr lang="de-DE" sz="1400" b="0" u="none" strike="noStrike" baseline="30000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B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* 0.00417)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= Bits 0-2 of code; B = Bits 3-4 of code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indent="0" algn="l" defTabSz="914400">
              <a:lnSpc>
                <a:spcPct val="9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5" name=""/>
          <p:cNvGraphicFramePr/>
          <p:nvPr/>
        </p:nvGraphicFramePr>
        <p:xfrm>
          <a:off x="651600" y="1467360"/>
          <a:ext cx="8373600" cy="2579760"/>
        </p:xfrm>
        <a:graphic>
          <a:graphicData uri="http://schemas.openxmlformats.org/drawingml/2006/table">
            <a:tbl>
              <a:tblPr/>
              <a:tblGrid>
                <a:gridCol w="1046160"/>
                <a:gridCol w="1046160"/>
                <a:gridCol w="1046160"/>
                <a:gridCol w="1046160"/>
                <a:gridCol w="1046160"/>
                <a:gridCol w="1046160"/>
                <a:gridCol w="1046160"/>
                <a:gridCol w="1050840"/>
              </a:tblGrid>
              <a:tr h="2721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Code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Repetitions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Code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Repetitions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Code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Repetitions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Code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Repetitions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</a:tr>
              <a:tr h="2721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11111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10111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01111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00111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</a:tr>
              <a:tr h="2721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11110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2.1s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10110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4.3s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01110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8.6s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00110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17.1s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</a:tr>
              <a:tr h="2721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11101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2.3s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10101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4.6s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01101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9.2s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00101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18.5s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</a:tr>
              <a:tr h="2721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11100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2.5s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10100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01100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00100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</a:tr>
              <a:tr h="2721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11011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2.7s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10011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5.5s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01011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10.9s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00011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21.8s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</a:tr>
              <a:tr h="2721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11010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10010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01010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00010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24.0s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</a:tr>
              <a:tr h="2721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11001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3.3s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6.7s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01001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13.3s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00001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26.7s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</a:tr>
              <a:tr h="293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11000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3.7s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7.5s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01000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00000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30.0s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PlaceHolder 1"/>
          <p:cNvSpPr>
            <a:spLocks noGrp="1"/>
          </p:cNvSpPr>
          <p:nvPr>
            <p:ph type="title"/>
          </p:nvPr>
        </p:nvSpPr>
        <p:spPr>
          <a:xfrm>
            <a:off x="526680" y="325800"/>
            <a:ext cx="6825600" cy="46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– Repeat Rate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47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Structure of the full parameter byte: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8" name=""/>
          <p:cNvGraphicFramePr/>
          <p:nvPr/>
        </p:nvGraphicFramePr>
        <p:xfrm>
          <a:off x="2660760" y="1636200"/>
          <a:ext cx="3278880" cy="3120120"/>
        </p:xfrm>
        <a:graphic>
          <a:graphicData uri="http://schemas.openxmlformats.org/drawingml/2006/table">
            <a:tbl>
              <a:tblPr/>
              <a:tblGrid>
                <a:gridCol w="1639800"/>
                <a:gridCol w="1639440"/>
              </a:tblGrid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Bit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Meaning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Delay rate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Delay rate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Typematic rate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Typematic rate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Typematic rate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76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Typematic rate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48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Typematic rate</a:t>
                      </a:r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PlaceHolder 1"/>
          <p:cNvSpPr>
            <a:spLocks noGrp="1"/>
          </p:cNvSpPr>
          <p:nvPr>
            <p:ph type="title"/>
          </p:nvPr>
        </p:nvSpPr>
        <p:spPr>
          <a:xfrm>
            <a:off x="526680" y="325800"/>
            <a:ext cx="6825600" cy="46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PS/2 Keyboard – Mouse support</a:t>
            </a:r>
            <a:endParaRPr lang="en-GB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50" name="PlaceHolder 2"/>
          <p:cNvSpPr>
            <a:spLocks noGrp="1"/>
          </p:cNvSpPr>
          <p:nvPr>
            <p:ph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Both the mous and the keyboard are connected to the PS/2 controller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Keyboard uses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IRQ1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mous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IRQ12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1417"/>
              </a:spcBef>
              <a:buClr>
                <a:srgbClr val="006AB3"/>
              </a:buClr>
              <a:buSzPct val="45000"/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Whether a data byte came from the keyboard or the mouse is signaled via the status register (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Bit 5 AUXB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1" name=""/>
          <p:cNvPicPr/>
          <p:nvPr/>
        </p:nvPicPr>
        <p:blipFill>
          <a:blip r:embed="rId1"/>
          <a:stretch/>
        </p:blipFill>
        <p:spPr>
          <a:xfrm>
            <a:off x="2880000" y="2238120"/>
            <a:ext cx="3982320" cy="262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2" name=""/>
          <p:cNvSpPr/>
          <p:nvPr/>
        </p:nvSpPr>
        <p:spPr>
          <a:xfrm>
            <a:off x="4546440" y="4680000"/>
            <a:ext cx="232920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4928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https://wiki.osdev.org/File:Ps2-kbc.png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8163</TotalTime>
  <Application>LibreOffice/26.2.1.2$Linux_X86_64 LibreOffice_project/5937a82db3889b586a62e0a27a0d74b840403d7c</Application>
  <AppVersion>15.0000</AppVersion>
  <Words>1521</Words>
  <Paragraphs>361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dcterms:modified xsi:type="dcterms:W3CDTF">2026-03-17T14:45:35Z</dcterms:modified>
  <cp:revision>926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29</vt:i4>
  </property>
  <property fmtid="{D5CDD505-2E9C-101B-9397-08002B2CF9AE}" pid="3" name="PresentationFormat">
    <vt:lpwstr>Custom</vt:lpwstr>
  </property>
  <property fmtid="{D5CDD505-2E9C-101B-9397-08002B2CF9AE}" pid="4" name="Slides">
    <vt:i4>29</vt:i4>
  </property>
</Properties>
</file>